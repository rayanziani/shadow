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56" r:id="rId5"/>
    <p:sldId id="263" r:id="rId6"/>
    <p:sldId id="271" r:id="rId7"/>
    <p:sldId id="274" r:id="rId8"/>
    <p:sldId id="273" r:id="rId9"/>
    <p:sldId id="267" r:id="rId10"/>
    <p:sldId id="268" r:id="rId11"/>
    <p:sldId id="270" r:id="rId12"/>
    <p:sldId id="262"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1E48"/>
    <a:srgbClr val="A1A6D4"/>
    <a:srgbClr val="E4E6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B3F613-984A-42C0-BE2D-64453197B43F}" v="4" dt="2026-10-13T15:01:30.44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67" autoAdjust="0"/>
    <p:restoredTop sz="66465" autoAdjust="0"/>
  </p:normalViewPr>
  <p:slideViewPr>
    <p:cSldViewPr snapToGrid="0">
      <p:cViewPr varScale="1">
        <p:scale>
          <a:sx n="73" d="100"/>
          <a:sy n="73" d="100"/>
        </p:scale>
        <p:origin x="1044" y="7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n COMBLEZ" userId="767defee-383f-47d4-8442-96b55406b48b" providerId="ADAL" clId="{F2FAD57F-CD2E-4E41-A65D-3ED0BCA4AEF4}"/>
    <pc:docChg chg="undo custSel modSld">
      <pc:chgData name="Julien COMBLEZ" userId="767defee-383f-47d4-8442-96b55406b48b" providerId="ADAL" clId="{F2FAD57F-CD2E-4E41-A65D-3ED0BCA4AEF4}" dt="2026-10-15T08:19:16.288" v="218" actId="20577"/>
      <pc:docMkLst>
        <pc:docMk/>
      </pc:docMkLst>
      <pc:sldChg chg="modSp mod">
        <pc:chgData name="Julien COMBLEZ" userId="767defee-383f-47d4-8442-96b55406b48b" providerId="ADAL" clId="{F2FAD57F-CD2E-4E41-A65D-3ED0BCA4AEF4}" dt="2026-10-13T15:00:31.047" v="204" actId="20577"/>
        <pc:sldMkLst>
          <pc:docMk/>
          <pc:sldMk cId="2283085552" sldId="263"/>
        </pc:sldMkLst>
        <pc:spChg chg="mod">
          <ac:chgData name="Julien COMBLEZ" userId="767defee-383f-47d4-8442-96b55406b48b" providerId="ADAL" clId="{F2FAD57F-CD2E-4E41-A65D-3ED0BCA4AEF4}" dt="2026-10-13T15:00:31.047" v="204" actId="20577"/>
          <ac:spMkLst>
            <pc:docMk/>
            <pc:sldMk cId="2283085552" sldId="263"/>
            <ac:spMk id="2" creationId="{5AB00639-13DA-577A-0F1C-BE0E25805CD2}"/>
          </ac:spMkLst>
        </pc:spChg>
      </pc:sldChg>
      <pc:sldChg chg="modSp mod">
        <pc:chgData name="Julien COMBLEZ" userId="767defee-383f-47d4-8442-96b55406b48b" providerId="ADAL" clId="{F2FAD57F-CD2E-4E41-A65D-3ED0BCA4AEF4}" dt="2026-10-13T15:00:47.337" v="205" actId="20577"/>
        <pc:sldMkLst>
          <pc:docMk/>
          <pc:sldMk cId="807039865" sldId="267"/>
        </pc:sldMkLst>
        <pc:spChg chg="mod">
          <ac:chgData name="Julien COMBLEZ" userId="767defee-383f-47d4-8442-96b55406b48b" providerId="ADAL" clId="{F2FAD57F-CD2E-4E41-A65D-3ED0BCA4AEF4}" dt="2026-10-13T15:00:47.337" v="205" actId="20577"/>
          <ac:spMkLst>
            <pc:docMk/>
            <pc:sldMk cId="807039865" sldId="267"/>
            <ac:spMk id="2" creationId="{9909EBA1-F143-065F-E848-49027520FC15}"/>
          </ac:spMkLst>
        </pc:spChg>
      </pc:sldChg>
      <pc:sldChg chg="modSp mod">
        <pc:chgData name="Julien COMBLEZ" userId="767defee-383f-47d4-8442-96b55406b48b" providerId="ADAL" clId="{F2FAD57F-CD2E-4E41-A65D-3ED0BCA4AEF4}" dt="2026-10-15T08:19:16.288" v="218" actId="20577"/>
        <pc:sldMkLst>
          <pc:docMk/>
          <pc:sldMk cId="3783561545" sldId="268"/>
        </pc:sldMkLst>
        <pc:spChg chg="mod">
          <ac:chgData name="Julien COMBLEZ" userId="767defee-383f-47d4-8442-96b55406b48b" providerId="ADAL" clId="{F2FAD57F-CD2E-4E41-A65D-3ED0BCA4AEF4}" dt="2026-10-13T14:57:49.501" v="56" actId="20577"/>
          <ac:spMkLst>
            <pc:docMk/>
            <pc:sldMk cId="3783561545" sldId="268"/>
            <ac:spMk id="3" creationId="{0EB50662-5959-3462-8BCB-2C956A3BF309}"/>
          </ac:spMkLst>
        </pc:spChg>
        <pc:graphicFrameChg chg="modGraphic">
          <ac:chgData name="Julien COMBLEZ" userId="767defee-383f-47d4-8442-96b55406b48b" providerId="ADAL" clId="{F2FAD57F-CD2E-4E41-A65D-3ED0BCA4AEF4}" dt="2026-10-13T15:00:18.673" v="195" actId="2711"/>
          <ac:graphicFrameMkLst>
            <pc:docMk/>
            <pc:sldMk cId="3783561545" sldId="268"/>
            <ac:graphicFrameMk id="8" creationId="{14B5718E-5D04-9A30-64C6-33586247B1F8}"/>
          </ac:graphicFrameMkLst>
        </pc:graphicFrameChg>
        <pc:graphicFrameChg chg="mod modGraphic">
          <ac:chgData name="Julien COMBLEZ" userId="767defee-383f-47d4-8442-96b55406b48b" providerId="ADAL" clId="{F2FAD57F-CD2E-4E41-A65D-3ED0BCA4AEF4}" dt="2026-10-15T08:19:16.288" v="218" actId="20577"/>
          <ac:graphicFrameMkLst>
            <pc:docMk/>
            <pc:sldMk cId="3783561545" sldId="268"/>
            <ac:graphicFrameMk id="10" creationId="{8773ADD0-7BA7-FE25-DC7B-4DC5E6385BC6}"/>
          </ac:graphicFrameMkLst>
        </pc:graphicFrameChg>
      </pc:sldChg>
      <pc:sldChg chg="modSp">
        <pc:chgData name="Julien COMBLEZ" userId="767defee-383f-47d4-8442-96b55406b48b" providerId="ADAL" clId="{F2FAD57F-CD2E-4E41-A65D-3ED0BCA4AEF4}" dt="2026-10-13T15:01:30.441" v="207"/>
        <pc:sldMkLst>
          <pc:docMk/>
          <pc:sldMk cId="1829911416" sldId="273"/>
        </pc:sldMkLst>
        <pc:spChg chg="mod">
          <ac:chgData name="Julien COMBLEZ" userId="767defee-383f-47d4-8442-96b55406b48b" providerId="ADAL" clId="{F2FAD57F-CD2E-4E41-A65D-3ED0BCA4AEF4}" dt="2026-10-13T15:01:30.441" v="207"/>
          <ac:spMkLst>
            <pc:docMk/>
            <pc:sldMk cId="1829911416" sldId="273"/>
            <ac:spMk id="12" creationId="{813A1F49-3D22-AEAE-8F11-CB4F30603226}"/>
          </ac:spMkLst>
        </pc:spChg>
        <pc:spChg chg="mod">
          <ac:chgData name="Julien COMBLEZ" userId="767defee-383f-47d4-8442-96b55406b48b" providerId="ADAL" clId="{F2FAD57F-CD2E-4E41-A65D-3ED0BCA4AEF4}" dt="2026-10-13T15:01:26.271" v="206"/>
          <ac:spMkLst>
            <pc:docMk/>
            <pc:sldMk cId="1829911416" sldId="273"/>
            <ac:spMk id="13" creationId="{75982571-AABF-E6D2-64F4-C53DB715F3C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B8AD0C8-059B-AEA8-02B5-03B2DA414A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F2DDF08-5948-5A05-DFC4-70A47B1200B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AC4C70-9B7A-4B3F-9B62-61FBD47E5BD0}" type="datetimeFigureOut">
              <a:rPr lang="fr-FR" smtClean="0"/>
              <a:t>15/10/2026</a:t>
            </a:fld>
            <a:endParaRPr lang="fr-FR"/>
          </a:p>
        </p:txBody>
      </p:sp>
      <p:sp>
        <p:nvSpPr>
          <p:cNvPr id="4" name="Espace réservé du pied de page 3">
            <a:extLst>
              <a:ext uri="{FF2B5EF4-FFF2-40B4-BE49-F238E27FC236}">
                <a16:creationId xmlns:a16="http://schemas.microsoft.com/office/drawing/2014/main" id="{F6CEA825-E1FA-7B97-1796-4BF28A959C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A837691-1B5F-34BD-601C-D360EE959B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2F4700-86E5-48CF-AACB-A94BF9A4CF7F}" type="slidenum">
              <a:rPr lang="fr-FR" smtClean="0"/>
              <a:t>‹N°›</a:t>
            </a:fld>
            <a:endParaRPr lang="fr-FR"/>
          </a:p>
        </p:txBody>
      </p:sp>
    </p:spTree>
    <p:extLst>
      <p:ext uri="{BB962C8B-B14F-4D97-AF65-F5344CB8AC3E}">
        <p14:creationId xmlns:p14="http://schemas.microsoft.com/office/powerpoint/2010/main" val="1799605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025CC-95B5-47C0-BA18-1C8B2CE9C773}"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D58F5-C3B3-45EB-82E3-9E3FE22C63C1}" type="slidenum">
              <a:rPr lang="fr-FR" smtClean="0"/>
              <a:t>‹N°›</a:t>
            </a:fld>
            <a:endParaRPr lang="fr-FR"/>
          </a:p>
        </p:txBody>
      </p:sp>
    </p:spTree>
    <p:extLst>
      <p:ext uri="{BB962C8B-B14F-4D97-AF65-F5344CB8AC3E}">
        <p14:creationId xmlns:p14="http://schemas.microsoft.com/office/powerpoint/2010/main" val="9005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Zone d'habillage uniquement. Renseignez le nom du workshop et la promo. Aucun contenu pédagogique à ajouter ici — l'accroche vient juste après.</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1</a:t>
            </a:fld>
            <a:endParaRPr lang="fr-FR"/>
          </a:p>
        </p:txBody>
      </p:sp>
    </p:spTree>
    <p:extLst>
      <p:ext uri="{BB962C8B-B14F-4D97-AF65-F5344CB8AC3E}">
        <p14:creationId xmlns:p14="http://schemas.microsoft.com/office/powerpoint/2010/main" val="2274734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Votre phrase doit créer une tension ou une question, jamais un résumé du sujet. Évitez le jargon technique à ce stade — l'objectif est de capter l'attention, pas d'expliquer. Une seule phrase suffit ; si vous en avez besoin de plusieurs, c'est probablement encore un résumé déguisé. Associez une illustration qui installe l'ambiance sans dévoiler le défi technique (gardez la surprise pour la slide suivante)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2</a:t>
            </a:fld>
            <a:endParaRPr lang="fr-FR"/>
          </a:p>
        </p:txBody>
      </p:sp>
    </p:spTree>
    <p:extLst>
      <p:ext uri="{BB962C8B-B14F-4D97-AF65-F5344CB8AC3E}">
        <p14:creationId xmlns:p14="http://schemas.microsoft.com/office/powerpoint/2010/main" val="2686476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Partie A (contexte) : 2-3 phrases maximum. Plantez le décor/l'univers du workshop sans reformuler le sujet — juste de quoi donner l'ambiance. Partie B (le défi) : un schéma unique qui montre la contrainte centrale du workshop. Pas de texte long ici : si le schéma a besoin d'être expliqué en détail, il n'est pas assez clair. Le détail complet reste dans le sujet distribué.</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3</a:t>
            </a:fld>
            <a:endParaRPr lang="fr-FR"/>
          </a:p>
        </p:txBody>
      </p:sp>
    </p:spTree>
    <p:extLst>
      <p:ext uri="{BB962C8B-B14F-4D97-AF65-F5344CB8AC3E}">
        <p14:creationId xmlns:p14="http://schemas.microsoft.com/office/powerpoint/2010/main" val="319423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Renseignez 2-3 jalons clés par jour maximum — pas le détail heure par heure, juste de quoi se projeter dans la semaine. L'encart en bas de slide reprend les rappels administratifs de votre campus (émargement, propreté des locaux, retards) : gardez un ton informatif et léger, pas un ton de mise en garde — on est encore dans l'énergie de lancement.</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5</a:t>
            </a:fld>
            <a:endParaRPr lang="fr-FR"/>
          </a:p>
        </p:txBody>
      </p:sp>
    </p:spTree>
    <p:extLst>
      <p:ext uri="{BB962C8B-B14F-4D97-AF65-F5344CB8AC3E}">
        <p14:creationId xmlns:p14="http://schemas.microsoft.com/office/powerpoint/2010/main" val="1428099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Une checklist visuelle des types de livrables attendus (rapport, vidéo, code, etc.) — pas les noms de fichiers exacts ni les formats précis, qui restent dans le sujet. Utilisez des icônes plutôt que du texte quand c'est possible.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6</a:t>
            </a:fld>
            <a:endParaRPr lang="fr-FR"/>
          </a:p>
        </p:txBody>
      </p:sp>
    </p:spTree>
    <p:extLst>
      <p:ext uri="{BB962C8B-B14F-4D97-AF65-F5344CB8AC3E}">
        <p14:creationId xmlns:p14="http://schemas.microsoft.com/office/powerpoint/2010/main" val="881060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Montrez les deux grilles (locale et nationale) rapidement, comme un aperçu — "voici à quoi ça ressemble" — sans détailler chaque critère ou chaque point à l'oral. Le détail complet est dans le sujet ; l'objectif ici est la transparence, pas un cours de notation. Comptez 30 secondes maximum sur cette slide.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7</a:t>
            </a:fld>
            <a:endParaRPr lang="fr-FR"/>
          </a:p>
        </p:txBody>
      </p:sp>
    </p:spTree>
    <p:extLst>
      <p:ext uri="{BB962C8B-B14F-4D97-AF65-F5344CB8AC3E}">
        <p14:creationId xmlns:p14="http://schemas.microsoft.com/office/powerpoint/2010/main" val="692953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Message de clôture motivant uniquement. N'ajoutez aucune information logistique ou administrative ici (elle est déjà dans le planning) — cette slide doit rester 100% énergie positive avant de lâcher les équipes en autonomie.</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8</a:t>
            </a:fld>
            <a:endParaRPr lang="fr-FR"/>
          </a:p>
        </p:txBody>
      </p:sp>
    </p:spTree>
    <p:extLst>
      <p:ext uri="{BB962C8B-B14F-4D97-AF65-F5344CB8AC3E}">
        <p14:creationId xmlns:p14="http://schemas.microsoft.com/office/powerpoint/2010/main" val="2687645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slide est masquée et ne doit jamais être montrée aux étudiants. Elle sert uniquement de rappel pour vous, coach, si vous devez ajouter du contenu hors gabarit.</a:t>
            </a:r>
          </a:p>
        </p:txBody>
      </p:sp>
      <p:sp>
        <p:nvSpPr>
          <p:cNvPr id="4" name="Espace réservé du numéro de diapositive 3"/>
          <p:cNvSpPr>
            <a:spLocks noGrp="1"/>
          </p:cNvSpPr>
          <p:nvPr>
            <p:ph type="sldNum" sz="quarter" idx="5"/>
          </p:nvPr>
        </p:nvSpPr>
        <p:spPr/>
        <p:txBody>
          <a:bodyPr/>
          <a:lstStyle/>
          <a:p>
            <a:fld id="{DDBD58F5-C3B3-45EB-82E3-9E3FE22C63C1}" type="slidenum">
              <a:rPr lang="fr-FR" smtClean="0"/>
              <a:t>9</a:t>
            </a:fld>
            <a:endParaRPr lang="fr-FR"/>
          </a:p>
        </p:txBody>
      </p:sp>
    </p:spTree>
    <p:extLst>
      <p:ext uri="{BB962C8B-B14F-4D97-AF65-F5344CB8AC3E}">
        <p14:creationId xmlns:p14="http://schemas.microsoft.com/office/powerpoint/2010/main" val="141258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F1FA278C-CBFF-6B11-2A4D-023B57C518D5}"/>
              </a:ext>
            </a:extLst>
          </p:cNvPr>
          <p:cNvPicPr>
            <a:picLocks noGrp="1" noRot="1" noChangeAspect="1" noMove="1" noResize="1" noEditPoints="1" noAdjustHandles="1" noChangeArrowheads="1" noChangeShapeType="1" noCrop="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25400" y="-126999"/>
            <a:ext cx="12306300" cy="7061200"/>
          </a:xfrm>
          <a:prstGeom prst="rect">
            <a:avLst/>
          </a:prstGeom>
          <a:solidFill>
            <a:srgbClr val="261E48"/>
          </a:solidFill>
        </p:spPr>
      </p:pic>
      <p:sp>
        <p:nvSpPr>
          <p:cNvPr id="2" name="Titre 1">
            <a:extLst>
              <a:ext uri="{FF2B5EF4-FFF2-40B4-BE49-F238E27FC236}">
                <a16:creationId xmlns:a16="http://schemas.microsoft.com/office/drawing/2014/main" id="{A7541FE8-FE2B-24CC-F8E5-7AFF67296B3D}"/>
              </a:ext>
            </a:extLst>
          </p:cNvPr>
          <p:cNvSpPr>
            <a:spLocks noGrp="1" noRot="1" noMove="1" noResize="1" noEditPoints="1" noAdjustHandles="1" noChangeArrowheads="1" noChangeShapeType="1"/>
          </p:cNvSpPr>
          <p:nvPr>
            <p:ph type="ctrTitle"/>
          </p:nvPr>
        </p:nvSpPr>
        <p:spPr>
          <a:xfrm>
            <a:off x="1524000" y="1122363"/>
            <a:ext cx="9144000" cy="2387600"/>
          </a:xfrm>
        </p:spPr>
        <p:txBody>
          <a:bodyPr anchor="ctr">
            <a:normAutofit/>
          </a:bodyPr>
          <a:lstStyle>
            <a:lvl1pPr algn="l">
              <a:defRPr sz="5400">
                <a:solidFill>
                  <a:schemeClr val="bg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1FD6769C-C79D-4F8F-DF7E-0923FDA016D0}"/>
              </a:ext>
            </a:extLst>
          </p:cNvPr>
          <p:cNvSpPr>
            <a:spLocks noGrp="1" noRot="1" noMove="1" noResize="1" noEditPoints="1" noAdjustHandles="1" noChangeArrowheads="1" noChangeShapeType="1"/>
          </p:cNvSpPr>
          <p:nvPr>
            <p:ph type="subTitle" idx="1"/>
          </p:nvPr>
        </p:nvSpPr>
        <p:spPr>
          <a:xfrm>
            <a:off x="1524000" y="3602038"/>
            <a:ext cx="9144000" cy="1655762"/>
          </a:xfrm>
        </p:spPr>
        <p:txBody>
          <a:bodyPr>
            <a:normAutofit/>
          </a:bodyPr>
          <a:lstStyle>
            <a:lvl1pPr marL="0" indent="0" algn="l">
              <a:buNone/>
              <a:defRPr sz="2000">
                <a:solidFill>
                  <a:schemeClr val="bg1"/>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2CE0F667-49D9-9B79-8085-C5F789D37A52}"/>
              </a:ext>
            </a:extLst>
          </p:cNvPr>
          <p:cNvSpPr>
            <a:spLocks noGrp="1" noRot="1" noMove="1" noResize="1" noEditPoints="1" noAdjustHandles="1" noChangeArrowheads="1" noChangeShapeType="1"/>
          </p:cNvSpPr>
          <p:nvPr>
            <p:ph type="dt" sz="half" idx="10"/>
          </p:nvPr>
        </p:nvSpPr>
        <p:spPr/>
        <p:txBody>
          <a:bodyPr/>
          <a:lstStyle/>
          <a:p>
            <a:fld id="{670F8F5E-FAD9-4DF2-87EE-0E6439773DB4}" type="datetime1">
              <a:rPr lang="fr-FR" smtClean="0"/>
              <a:t>15/10/2026</a:t>
            </a:fld>
            <a:endParaRPr lang="fr-FR" dirty="0"/>
          </a:p>
        </p:txBody>
      </p:sp>
      <p:sp>
        <p:nvSpPr>
          <p:cNvPr id="5" name="Espace réservé du pied de page 4">
            <a:extLst>
              <a:ext uri="{FF2B5EF4-FFF2-40B4-BE49-F238E27FC236}">
                <a16:creationId xmlns:a16="http://schemas.microsoft.com/office/drawing/2014/main" id="{047D47F2-272F-C949-EB30-09209A6FCDB4}"/>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7C6BEDF-980A-03FE-2838-58170EC35FC8}"/>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5" name="AutoShape 3">
            <a:extLst>
              <a:ext uri="{FF2B5EF4-FFF2-40B4-BE49-F238E27FC236}">
                <a16:creationId xmlns:a16="http://schemas.microsoft.com/office/drawing/2014/main" id="{C3CD0481-34F7-36B0-7172-0D19A1D92033}"/>
              </a:ext>
            </a:extLst>
          </p:cNvPr>
          <p:cNvSpPr>
            <a:spLocks noGrp="1" noRot="1" noMove="1" noResize="1" noEditPoints="1" noAdjustHandles="1" noChangeArrowheads="1" noChangeShapeType="1"/>
          </p:cNvSpPr>
          <p:nvPr userDrawn="1"/>
        </p:nvSpPr>
        <p:spPr>
          <a:xfrm>
            <a:off x="1549400" y="4759525"/>
            <a:ext cx="1800000" cy="0"/>
          </a:xfrm>
          <a:prstGeom prst="line">
            <a:avLst/>
          </a:prstGeom>
          <a:ln w="3175" cap="flat">
            <a:solidFill>
              <a:srgbClr val="FFFFFF"/>
            </a:solidFill>
            <a:prstDash val="solid"/>
            <a:headEnd type="none" w="sm" len="sm"/>
            <a:tailEnd type="none" w="sm" len="sm"/>
          </a:ln>
        </p:spPr>
        <p:txBody>
          <a:bodyPr/>
          <a:lstStyle/>
          <a:p>
            <a:endParaRPr lang="fr-FR"/>
          </a:p>
        </p:txBody>
      </p:sp>
      <p:sp>
        <p:nvSpPr>
          <p:cNvPr id="10" name="Freeform 3">
            <a:extLst>
              <a:ext uri="{FF2B5EF4-FFF2-40B4-BE49-F238E27FC236}">
                <a16:creationId xmlns:a16="http://schemas.microsoft.com/office/drawing/2014/main" id="{FBC4389A-3F03-ABAC-4FCB-9F74A6EEB299}"/>
              </a:ext>
            </a:extLst>
          </p:cNvPr>
          <p:cNvSpPr>
            <a:spLocks noGrp="1" noRot="1" noMove="1" noResize="1" noEditPoints="1" noAdjustHandles="1" noChangeArrowheads="1" noChangeShapeType="1"/>
          </p:cNvSpPr>
          <p:nvPr userDrawn="1"/>
        </p:nvSpPr>
        <p:spPr>
          <a:xfrm>
            <a:off x="9238036" y="5169619"/>
            <a:ext cx="1437585" cy="824781"/>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3"/>
            <a:stretch>
              <a:fillRect/>
            </a:stretch>
          </a:blipFill>
        </p:spPr>
        <p:txBody>
          <a:bodyPr/>
          <a:lstStyle/>
          <a:p>
            <a:endParaRPr lang="fr-FR"/>
          </a:p>
        </p:txBody>
      </p:sp>
      <p:pic>
        <p:nvPicPr>
          <p:cNvPr id="17" name="Graphique 16">
            <a:extLst>
              <a:ext uri="{FF2B5EF4-FFF2-40B4-BE49-F238E27FC236}">
                <a16:creationId xmlns:a16="http://schemas.microsoft.com/office/drawing/2014/main" id="{73016E1B-FC09-0923-F2D2-33AF3323F49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tretch>
            <a:fillRect/>
          </a:stretch>
        </p:blipFill>
        <p:spPr>
          <a:xfrm>
            <a:off x="5016000" y="5058995"/>
            <a:ext cx="2160000" cy="1033044"/>
          </a:xfrm>
          <a:prstGeom prst="rect">
            <a:avLst/>
          </a:prstGeom>
        </p:spPr>
      </p:pic>
    </p:spTree>
    <p:extLst>
      <p:ext uri="{BB962C8B-B14F-4D97-AF65-F5344CB8AC3E}">
        <p14:creationId xmlns:p14="http://schemas.microsoft.com/office/powerpoint/2010/main" val="2352611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0" y="1990725"/>
            <a:ext cx="10515600" cy="4220405"/>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1F2C9E96-8C39-4749-8763-46921CE4FA8A}"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79"/>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8" name="Freeform 9">
            <a:extLst>
              <a:ext uri="{FF2B5EF4-FFF2-40B4-BE49-F238E27FC236}">
                <a16:creationId xmlns:a16="http://schemas.microsoft.com/office/drawing/2014/main" id="{57D1B306-7018-4BBF-9355-4EC28955C74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9" name="Graphique 8">
            <a:extLst>
              <a:ext uri="{FF2B5EF4-FFF2-40B4-BE49-F238E27FC236}">
                <a16:creationId xmlns:a16="http://schemas.microsoft.com/office/drawing/2014/main" id="{05BE9617-FCB3-D89F-0AAD-EF9059CDE776}"/>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166706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80"/>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6CFB26CC-2725-45E6-B05C-349C0D3E0243}"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382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0" y="2224360"/>
            <a:ext cx="4680000" cy="2968928"/>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11" name="Rectangle : coins arrondis 10">
            <a:extLst>
              <a:ext uri="{FF2B5EF4-FFF2-40B4-BE49-F238E27FC236}">
                <a16:creationId xmlns:a16="http://schemas.microsoft.com/office/drawing/2014/main" id="{4E3260CB-0A08-2005-909A-5E99DADFEBE7}"/>
              </a:ext>
            </a:extLst>
          </p:cNvPr>
          <p:cNvSpPr>
            <a:spLocks noGrp="1" noRot="1" noMove="1" noResize="1" noEditPoints="1" noAdjustHandles="1" noChangeArrowheads="1" noChangeShapeType="1"/>
          </p:cNvSpPr>
          <p:nvPr userDrawn="1"/>
        </p:nvSpPr>
        <p:spPr>
          <a:xfrm>
            <a:off x="66738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contenu 2">
            <a:extLst>
              <a:ext uri="{FF2B5EF4-FFF2-40B4-BE49-F238E27FC236}">
                <a16:creationId xmlns:a16="http://schemas.microsoft.com/office/drawing/2014/main" id="{4150D707-3560-D748-2D5D-BF2F0D3091A4}"/>
              </a:ext>
            </a:extLst>
          </p:cNvPr>
          <p:cNvSpPr>
            <a:spLocks noGrp="1" noRot="1" noMove="1" noResize="1" noEditPoints="1" noAdjustHandles="1" noChangeArrowheads="1" noChangeShapeType="1"/>
          </p:cNvSpPr>
          <p:nvPr>
            <p:ph idx="14"/>
          </p:nvPr>
        </p:nvSpPr>
        <p:spPr>
          <a:xfrm>
            <a:off x="6673800" y="2224360"/>
            <a:ext cx="4680000" cy="2968928"/>
          </a:xfrm>
        </p:spPr>
        <p:txBody>
          <a:bodyPr>
            <a:normAutofit/>
          </a:bodyPr>
          <a:lstStyle>
            <a:lvl1pPr>
              <a:buNone/>
              <a:defRPr sz="1400">
                <a:solidFill>
                  <a:srgbClr val="261E48"/>
                </a:solidFill>
                <a:latin typeface="Montserrat" pitchFamily="2" charset="0"/>
              </a:defRPr>
            </a:lvl1pPr>
          </a:lstStyle>
          <a:p>
            <a:pPr lvl="0"/>
            <a:endParaRPr lang="fr-FR" dirty="0"/>
          </a:p>
        </p:txBody>
      </p:sp>
      <p:cxnSp>
        <p:nvCxnSpPr>
          <p:cNvPr id="17" name="Connecteur droit 16">
            <a:extLst>
              <a:ext uri="{FF2B5EF4-FFF2-40B4-BE49-F238E27FC236}">
                <a16:creationId xmlns:a16="http://schemas.microsoft.com/office/drawing/2014/main" id="{1DA29909-4745-00CE-13EA-000EE57F14EE}"/>
              </a:ext>
            </a:extLst>
          </p:cNvPr>
          <p:cNvCxnSpPr>
            <a:cxnSpLocks noGrp="1" noRot="1" noMove="1" noResize="1" noEditPoints="1" noAdjustHandles="1" noChangeArrowheads="1" noChangeShapeType="1"/>
          </p:cNvCxnSpPr>
          <p:nvPr userDrawn="1"/>
        </p:nvCxnSpPr>
        <p:spPr>
          <a:xfrm>
            <a:off x="6096000" y="2438400"/>
            <a:ext cx="0" cy="2552700"/>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26" name="Freeform 9">
            <a:extLst>
              <a:ext uri="{FF2B5EF4-FFF2-40B4-BE49-F238E27FC236}">
                <a16:creationId xmlns:a16="http://schemas.microsoft.com/office/drawing/2014/main" id="{8DB1B8C0-6279-EB02-7E6D-50DDB6062163}"/>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28" name="Graphique 27">
            <a:extLst>
              <a:ext uri="{FF2B5EF4-FFF2-40B4-BE49-F238E27FC236}">
                <a16:creationId xmlns:a16="http://schemas.microsoft.com/office/drawing/2014/main" id="{DB78041A-1D23-39D6-4B35-7FED2C6E25FF}"/>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31033992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9372075B-535F-4F05-8E73-038CD02F05CC}"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63182"/>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38201"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38201" y="2251030"/>
            <a:ext cx="3240000" cy="3153269"/>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16" name="Rectangle : coins arrondis 15">
            <a:extLst>
              <a:ext uri="{FF2B5EF4-FFF2-40B4-BE49-F238E27FC236}">
                <a16:creationId xmlns:a16="http://schemas.microsoft.com/office/drawing/2014/main" id="{D78E753F-8F2D-EA9A-0153-E45ABB3F64BB}"/>
              </a:ext>
            </a:extLst>
          </p:cNvPr>
          <p:cNvSpPr>
            <a:spLocks noGrp="1" noRot="1" noMove="1" noResize="1" noEditPoints="1" noAdjustHandles="1" noChangeArrowheads="1" noChangeShapeType="1"/>
          </p:cNvSpPr>
          <p:nvPr userDrawn="1"/>
        </p:nvSpPr>
        <p:spPr>
          <a:xfrm>
            <a:off x="4476000"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space réservé du contenu 2">
            <a:extLst>
              <a:ext uri="{FF2B5EF4-FFF2-40B4-BE49-F238E27FC236}">
                <a16:creationId xmlns:a16="http://schemas.microsoft.com/office/drawing/2014/main" id="{448A2DBC-02E6-AFFA-A43D-846DAD8B6D38}"/>
              </a:ext>
            </a:extLst>
          </p:cNvPr>
          <p:cNvSpPr>
            <a:spLocks noGrp="1" noRot="1" noMove="1" noResize="1" noEditPoints="1" noAdjustHandles="1" noChangeArrowheads="1" noChangeShapeType="1"/>
          </p:cNvSpPr>
          <p:nvPr>
            <p:ph idx="14"/>
          </p:nvPr>
        </p:nvSpPr>
        <p:spPr>
          <a:xfrm>
            <a:off x="4476000" y="2251030"/>
            <a:ext cx="3240000" cy="3153269"/>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13" name="Rectangle : coins arrondis 12">
            <a:extLst>
              <a:ext uri="{FF2B5EF4-FFF2-40B4-BE49-F238E27FC236}">
                <a16:creationId xmlns:a16="http://schemas.microsoft.com/office/drawing/2014/main" id="{0FFD2875-198C-70E9-03AD-4DF4CDD6735B}"/>
              </a:ext>
            </a:extLst>
          </p:cNvPr>
          <p:cNvSpPr>
            <a:spLocks noGrp="1" noRot="1" noMove="1" noResize="1" noEditPoints="1" noAdjustHandles="1" noChangeArrowheads="1" noChangeShapeType="1"/>
          </p:cNvSpPr>
          <p:nvPr userDrawn="1"/>
        </p:nvSpPr>
        <p:spPr>
          <a:xfrm>
            <a:off x="8113799" y="2251030"/>
            <a:ext cx="3240000" cy="317498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space réservé du contenu 2">
            <a:extLst>
              <a:ext uri="{FF2B5EF4-FFF2-40B4-BE49-F238E27FC236}">
                <a16:creationId xmlns:a16="http://schemas.microsoft.com/office/drawing/2014/main" id="{2DB75632-6E0F-F9DB-9F00-47C01E1ED96F}"/>
              </a:ext>
            </a:extLst>
          </p:cNvPr>
          <p:cNvSpPr>
            <a:spLocks noGrp="1" noRot="1" noMove="1" noResize="1" noEditPoints="1" noAdjustHandles="1" noChangeArrowheads="1" noChangeShapeType="1"/>
          </p:cNvSpPr>
          <p:nvPr>
            <p:ph idx="15"/>
          </p:nvPr>
        </p:nvSpPr>
        <p:spPr>
          <a:xfrm>
            <a:off x="8113799" y="2251031"/>
            <a:ext cx="3240000" cy="3153600"/>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9" name="Freeform 9">
            <a:extLst>
              <a:ext uri="{FF2B5EF4-FFF2-40B4-BE49-F238E27FC236}">
                <a16:creationId xmlns:a16="http://schemas.microsoft.com/office/drawing/2014/main" id="{8BDCDD73-A1E8-8C00-6484-A41B084ED4B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677AEE64-35C4-A05E-0FEE-3242EAEA852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3888360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0969"/>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B77B16B1-2A42-412B-8D41-E75ECB4A4282}"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54215"/>
            <a:ext cx="10067925"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23" name="Rectangle : coins arrondis 22">
            <a:extLst>
              <a:ext uri="{FF2B5EF4-FFF2-40B4-BE49-F238E27FC236}">
                <a16:creationId xmlns:a16="http://schemas.microsoft.com/office/drawing/2014/main" id="{99C3E6D1-A8ED-E949-22B7-30D218C2D6A5}"/>
              </a:ext>
            </a:extLst>
          </p:cNvPr>
          <p:cNvSpPr>
            <a:spLocks noGrp="1" noRot="1" noMove="1" noResize="1" noEditPoints="1" noAdjustHandles="1" noChangeArrowheads="1" noChangeShapeType="1"/>
          </p:cNvSpPr>
          <p:nvPr userDrawn="1"/>
        </p:nvSpPr>
        <p:spPr>
          <a:xfrm>
            <a:off x="6673801"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space réservé du contenu 2">
            <a:extLst>
              <a:ext uri="{FF2B5EF4-FFF2-40B4-BE49-F238E27FC236}">
                <a16:creationId xmlns:a16="http://schemas.microsoft.com/office/drawing/2014/main" id="{08A51935-41F4-3EC8-E972-D4F38B74F528}"/>
              </a:ext>
            </a:extLst>
          </p:cNvPr>
          <p:cNvSpPr>
            <a:spLocks noGrp="1" noRot="1" noMove="1" noResize="1" noEditPoints="1" noAdjustHandles="1" noChangeArrowheads="1" noChangeShapeType="1"/>
          </p:cNvSpPr>
          <p:nvPr>
            <p:ph idx="14"/>
          </p:nvPr>
        </p:nvSpPr>
        <p:spPr>
          <a:xfrm>
            <a:off x="6673800" y="2689412"/>
            <a:ext cx="4680000" cy="2503876"/>
          </a:xfrm>
        </p:spPr>
        <p:txBody>
          <a:bodyPr>
            <a:normAutofit/>
          </a:bodyPr>
          <a:lstStyle>
            <a:lvl1pPr>
              <a:buNone/>
              <a:defRPr sz="1400">
                <a:solidFill>
                  <a:srgbClr val="261E48"/>
                </a:solidFill>
                <a:latin typeface="Montserrat" pitchFamily="2" charset="0"/>
              </a:defRPr>
            </a:lvl1pPr>
          </a:lstStyle>
          <a:p>
            <a:pPr lvl="0"/>
            <a:endParaRPr lang="fr-FR" dirty="0"/>
          </a:p>
        </p:txBody>
      </p:sp>
      <p:cxnSp>
        <p:nvCxnSpPr>
          <p:cNvPr id="25" name="Connecteur droit 24">
            <a:extLst>
              <a:ext uri="{FF2B5EF4-FFF2-40B4-BE49-F238E27FC236}">
                <a16:creationId xmlns:a16="http://schemas.microsoft.com/office/drawing/2014/main" id="{94E2DE63-E2EF-B8C8-AE9A-1027D8122292}"/>
              </a:ext>
            </a:extLst>
          </p:cNvPr>
          <p:cNvCxnSpPr>
            <a:cxnSpLocks noGrp="1" noRot="1" noMove="1" noResize="1" noEditPoints="1" noAdjustHandles="1" noChangeArrowheads="1" noChangeShapeType="1"/>
          </p:cNvCxnSpPr>
          <p:nvPr userDrawn="1"/>
        </p:nvCxnSpPr>
        <p:spPr>
          <a:xfrm>
            <a:off x="6096000" y="2838254"/>
            <a:ext cx="0" cy="2152846"/>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36" name="TextBox 19">
            <a:extLst>
              <a:ext uri="{FF2B5EF4-FFF2-40B4-BE49-F238E27FC236}">
                <a16:creationId xmlns:a16="http://schemas.microsoft.com/office/drawing/2014/main" id="{C3B3E227-1567-CD90-20ED-2BAF638E3971}"/>
              </a:ext>
            </a:extLst>
          </p:cNvPr>
          <p:cNvSpPr txBox="1">
            <a:spLocks noGrp="1" noRot="1" noMove="1" noResize="1" noEditPoints="1" noAdjustHandles="1" noChangeArrowheads="1" noChangeShapeType="1"/>
          </p:cNvSpPr>
          <p:nvPr userDrawn="1"/>
        </p:nvSpPr>
        <p:spPr>
          <a:xfrm>
            <a:off x="6833020" y="2096980"/>
            <a:ext cx="4520780" cy="313676"/>
          </a:xfrm>
          <a:prstGeom prst="rect">
            <a:avLst/>
          </a:prstGeom>
        </p:spPr>
        <p:txBody>
          <a:bodyPr wrap="square" lIns="0" tIns="0" rIns="0" bIns="0" rtlCol="0" anchor="t">
            <a:spAutoFit/>
          </a:bodyPr>
          <a:lstStyle/>
          <a:p>
            <a:pPr algn="l">
              <a:lnSpc>
                <a:spcPts val="2800"/>
              </a:lnSpc>
            </a:pPr>
            <a:r>
              <a:rPr lang="en-US" sz="1400" b="1" dirty="0" err="1">
                <a:solidFill>
                  <a:srgbClr val="261E48"/>
                </a:solidFill>
                <a:latin typeface="Montserrat Bold"/>
                <a:ea typeface="Montserrat Bold"/>
                <a:cs typeface="Montserrat Bold"/>
                <a:sym typeface="Montserrat Bold"/>
              </a:rPr>
              <a:t>Titre</a:t>
            </a:r>
            <a:endParaRPr lang="en-US" sz="1400" b="1" dirty="0">
              <a:solidFill>
                <a:srgbClr val="261E48"/>
              </a:solidFill>
              <a:latin typeface="Montserrat Bold"/>
              <a:ea typeface="Montserrat Bold"/>
              <a:cs typeface="Montserrat Bold"/>
              <a:sym typeface="Montserrat Bold"/>
            </a:endParaRPr>
          </a:p>
        </p:txBody>
      </p:sp>
      <p:sp>
        <p:nvSpPr>
          <p:cNvPr id="40" name="Rectangle : coins arrondis 39">
            <a:extLst>
              <a:ext uri="{FF2B5EF4-FFF2-40B4-BE49-F238E27FC236}">
                <a16:creationId xmlns:a16="http://schemas.microsoft.com/office/drawing/2014/main" id="{FD963364-FC8E-B2D0-E6E4-ADF489C820BF}"/>
              </a:ext>
            </a:extLst>
          </p:cNvPr>
          <p:cNvSpPr>
            <a:spLocks noGrp="1" noRot="1" noMove="1" noResize="1" noEditPoints="1" noAdjustHandles="1" noChangeArrowheads="1" noChangeShapeType="1"/>
          </p:cNvSpPr>
          <p:nvPr userDrawn="1"/>
        </p:nvSpPr>
        <p:spPr>
          <a:xfrm>
            <a:off x="838202"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Espace réservé du contenu 2">
            <a:extLst>
              <a:ext uri="{FF2B5EF4-FFF2-40B4-BE49-F238E27FC236}">
                <a16:creationId xmlns:a16="http://schemas.microsoft.com/office/drawing/2014/main" id="{EEB09D77-D180-748A-7F0E-78360B6818C5}"/>
              </a:ext>
            </a:extLst>
          </p:cNvPr>
          <p:cNvSpPr>
            <a:spLocks noGrp="1" noRot="1" noMove="1" noResize="1" noEditPoints="1" noAdjustHandles="1" noChangeArrowheads="1" noChangeShapeType="1"/>
          </p:cNvSpPr>
          <p:nvPr>
            <p:ph idx="15"/>
          </p:nvPr>
        </p:nvSpPr>
        <p:spPr>
          <a:xfrm>
            <a:off x="838201" y="2689412"/>
            <a:ext cx="4680000" cy="2503876"/>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43" name="TextBox 19">
            <a:extLst>
              <a:ext uri="{FF2B5EF4-FFF2-40B4-BE49-F238E27FC236}">
                <a16:creationId xmlns:a16="http://schemas.microsoft.com/office/drawing/2014/main" id="{23B0DC89-E679-5DC2-3084-CD9D159EBA55}"/>
              </a:ext>
            </a:extLst>
          </p:cNvPr>
          <p:cNvSpPr txBox="1">
            <a:spLocks noGrp="1" noRot="1" noMove="1" noResize="1" noEditPoints="1" noAdjustHandles="1" noChangeArrowheads="1" noChangeShapeType="1"/>
          </p:cNvSpPr>
          <p:nvPr userDrawn="1"/>
        </p:nvSpPr>
        <p:spPr>
          <a:xfrm>
            <a:off x="997421" y="2096980"/>
            <a:ext cx="4520780" cy="313676"/>
          </a:xfrm>
          <a:prstGeom prst="rect">
            <a:avLst/>
          </a:prstGeom>
        </p:spPr>
        <p:txBody>
          <a:bodyPr wrap="square" lIns="0" tIns="0" rIns="0" bIns="0" rtlCol="0" anchor="t">
            <a:spAutoFit/>
          </a:bodyPr>
          <a:lstStyle/>
          <a:p>
            <a:pPr algn="l">
              <a:lnSpc>
                <a:spcPts val="2800"/>
              </a:lnSpc>
            </a:pPr>
            <a:r>
              <a:rPr lang="en-US" sz="1400" b="1" dirty="0" err="1">
                <a:solidFill>
                  <a:srgbClr val="261E48"/>
                </a:solidFill>
                <a:latin typeface="Montserrat Bold"/>
                <a:ea typeface="Montserrat Bold"/>
                <a:cs typeface="Montserrat Bold"/>
                <a:sym typeface="Montserrat Bold"/>
              </a:rPr>
              <a:t>Titre</a:t>
            </a:r>
            <a:endParaRPr lang="en-US" sz="1400" b="1" dirty="0">
              <a:solidFill>
                <a:srgbClr val="261E48"/>
              </a:solidFill>
              <a:latin typeface="Montserrat Bold"/>
              <a:ea typeface="Montserrat Bold"/>
              <a:cs typeface="Montserrat Bold"/>
              <a:sym typeface="Montserrat Bold"/>
            </a:endParaRPr>
          </a:p>
        </p:txBody>
      </p:sp>
      <p:sp>
        <p:nvSpPr>
          <p:cNvPr id="45" name="Freeform 9">
            <a:extLst>
              <a:ext uri="{FF2B5EF4-FFF2-40B4-BE49-F238E27FC236}">
                <a16:creationId xmlns:a16="http://schemas.microsoft.com/office/drawing/2014/main" id="{ABAC7C0C-5C53-F415-9CB2-3AD1057E2FE8}"/>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47" name="Graphique 46">
            <a:extLst>
              <a:ext uri="{FF2B5EF4-FFF2-40B4-BE49-F238E27FC236}">
                <a16:creationId xmlns:a16="http://schemas.microsoft.com/office/drawing/2014/main" id="{28177FCF-884F-39C7-E251-0967A5B538C9}"/>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15325392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0969"/>
          </a:xfrm>
        </p:spPr>
        <p:txBody>
          <a:bodyPr/>
          <a:lstStyle/>
          <a:p>
            <a:r>
              <a:rPr lang="fr-FR"/>
              <a:t>Modifiez le style du titre</a:t>
            </a:r>
            <a:endParaRPr lang="fr-FR" dirty="0"/>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4C0ED622-32BC-44E2-86ED-F761501B369C}"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4" name="Sous-titre 2">
            <a:extLst>
              <a:ext uri="{FF2B5EF4-FFF2-40B4-BE49-F238E27FC236}">
                <a16:creationId xmlns:a16="http://schemas.microsoft.com/office/drawing/2014/main" id="{CA084A0F-C907-099C-0444-6C57477362B2}"/>
              </a:ext>
            </a:extLst>
          </p:cNvPr>
          <p:cNvSpPr>
            <a:spLocks noGrp="1" noRot="1" noMove="1" noResize="1" noEditPoints="1" noAdjustHandles="1" noChangeArrowheads="1" noChangeShapeType="1"/>
          </p:cNvSpPr>
          <p:nvPr>
            <p:ph type="subTitle" idx="13"/>
          </p:nvPr>
        </p:nvSpPr>
        <p:spPr>
          <a:xfrm>
            <a:off x="1285874" y="1254215"/>
            <a:ext cx="10067926" cy="360000"/>
          </a:xfrm>
        </p:spPr>
        <p:txBody>
          <a:bodyPr>
            <a:normAutofit/>
          </a:bodyPr>
          <a:lstStyle>
            <a:lvl1pPr marL="0" indent="0" algn="l">
              <a:buNone/>
              <a:defRPr sz="2000">
                <a:solidFill>
                  <a:srgbClr val="261E48"/>
                </a:solidFill>
                <a:latin typeface="Montserrat italic"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38" name="Espace réservé du contenu 2">
            <a:extLst>
              <a:ext uri="{FF2B5EF4-FFF2-40B4-BE49-F238E27FC236}">
                <a16:creationId xmlns:a16="http://schemas.microsoft.com/office/drawing/2014/main" id="{04443A4C-F69E-931F-76DB-C3F3DE039908}"/>
              </a:ext>
            </a:extLst>
          </p:cNvPr>
          <p:cNvSpPr>
            <a:spLocks noGrp="1" noRot="1" noMove="1" noResize="1" noEditPoints="1" noAdjustHandles="1" noChangeArrowheads="1" noChangeShapeType="1"/>
          </p:cNvSpPr>
          <p:nvPr>
            <p:ph idx="15"/>
          </p:nvPr>
        </p:nvSpPr>
        <p:spPr>
          <a:xfrm>
            <a:off x="838199" y="2133599"/>
            <a:ext cx="4680000" cy="3836699"/>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11" name="Espace réservé du contenu 2">
            <a:extLst>
              <a:ext uri="{FF2B5EF4-FFF2-40B4-BE49-F238E27FC236}">
                <a16:creationId xmlns:a16="http://schemas.microsoft.com/office/drawing/2014/main" id="{8926C44A-C958-EE95-098B-E32D23CAD8F5}"/>
              </a:ext>
            </a:extLst>
          </p:cNvPr>
          <p:cNvSpPr>
            <a:spLocks noGrp="1" noRot="1" noMove="1" noResize="1" noEditPoints="1" noAdjustHandles="1" noChangeArrowheads="1" noChangeShapeType="1"/>
          </p:cNvSpPr>
          <p:nvPr>
            <p:ph idx="16"/>
          </p:nvPr>
        </p:nvSpPr>
        <p:spPr>
          <a:xfrm>
            <a:off x="6673800" y="2133599"/>
            <a:ext cx="4680000" cy="3836699"/>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7" name="Freeform 9">
            <a:extLst>
              <a:ext uri="{FF2B5EF4-FFF2-40B4-BE49-F238E27FC236}">
                <a16:creationId xmlns:a16="http://schemas.microsoft.com/office/drawing/2014/main" id="{77C44F22-EA03-8824-79CD-D39933DD5E27}"/>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8F7FDAAA-F179-F643-A04C-8AC65B5858E5}"/>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23226119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6FA5B1-252A-A2FA-B0CB-EB776233DA9E}"/>
              </a:ext>
            </a:extLst>
          </p:cNvPr>
          <p:cNvSpPr>
            <a:spLocks noGrp="1" noRot="1" noMove="1" noResize="1" noEditPoints="1" noAdjustHandles="1" noChangeArrowheads="1" noChangeShapeType="1"/>
          </p:cNvSpPr>
          <p:nvPr>
            <p:ph type="title"/>
          </p:nvPr>
        </p:nvSpPr>
        <p:spPr>
          <a:xfrm>
            <a:off x="839788" y="365125"/>
            <a:ext cx="10515600" cy="882000"/>
          </a:xfrm>
        </p:spPr>
        <p:txBody>
          <a:bodyPr/>
          <a:lstStyle/>
          <a:p>
            <a:r>
              <a:rPr lang="fr-FR"/>
              <a:t>Modifiez le style du titre</a:t>
            </a:r>
            <a:endParaRPr lang="fr-FR" dirty="0"/>
          </a:p>
        </p:txBody>
      </p:sp>
      <p:sp>
        <p:nvSpPr>
          <p:cNvPr id="3" name="Espace réservé du texte 2">
            <a:extLst>
              <a:ext uri="{FF2B5EF4-FFF2-40B4-BE49-F238E27FC236}">
                <a16:creationId xmlns:a16="http://schemas.microsoft.com/office/drawing/2014/main" id="{ADD54793-FF99-0625-042A-72D57CA25440}"/>
              </a:ext>
            </a:extLst>
          </p:cNvPr>
          <p:cNvSpPr>
            <a:spLocks noGrp="1" noRot="1" noMove="1" noResize="1" noEditPoints="1" noAdjustHandles="1" noChangeArrowheads="1" noChangeShapeType="1"/>
          </p:cNvSpPr>
          <p:nvPr>
            <p:ph type="body" idx="1"/>
          </p:nvPr>
        </p:nvSpPr>
        <p:spPr>
          <a:xfrm>
            <a:off x="839788" y="126878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0A3F7AC-4362-6646-0DC6-7FF2EEB1D690}"/>
              </a:ext>
            </a:extLst>
          </p:cNvPr>
          <p:cNvSpPr>
            <a:spLocks noGrp="1" noRot="1" noMove="1" noResize="1" noEditPoints="1" noAdjustHandles="1" noChangeArrowheads="1" noChangeShapeType="1"/>
          </p:cNvSpPr>
          <p:nvPr>
            <p:ph sz="half" idx="2"/>
          </p:nvPr>
        </p:nvSpPr>
        <p:spPr>
          <a:xfrm>
            <a:off x="839788" y="2128553"/>
            <a:ext cx="5157787" cy="3684588"/>
          </a:xfrm>
        </p:spPr>
        <p:txBody>
          <a:bodyPr/>
          <a:lstStyle>
            <a:lvl1pPr>
              <a:defRPr>
                <a:latin typeface="Montserrat" pitchFamily="2" charset="0"/>
              </a:defRPr>
            </a:lvl1pPr>
            <a:lvl2pPr>
              <a:defRPr>
                <a:latin typeface="Montserrat" pitchFamily="2" charset="0"/>
              </a:defRPr>
            </a:lvl2pPr>
            <a:lvl3pPr>
              <a:defRPr>
                <a:latin typeface="Montserrat" pitchFamily="2" charset="0"/>
              </a:defRPr>
            </a:lvl3pPr>
            <a:lvl4pPr>
              <a:defRPr>
                <a:latin typeface="Montserrat" pitchFamily="2" charset="0"/>
              </a:defRPr>
            </a:lvl4pPr>
            <a:lvl5pPr>
              <a:defRPr>
                <a:latin typeface="Montserra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a:extLst>
              <a:ext uri="{FF2B5EF4-FFF2-40B4-BE49-F238E27FC236}">
                <a16:creationId xmlns:a16="http://schemas.microsoft.com/office/drawing/2014/main" id="{8A999CD8-D1B9-2EFD-1C09-729E9531D8DB}"/>
              </a:ext>
            </a:extLst>
          </p:cNvPr>
          <p:cNvSpPr>
            <a:spLocks noGrp="1" noRot="1" noMove="1" noResize="1" noEditPoints="1" noAdjustHandles="1" noChangeArrowheads="1" noChangeShapeType="1"/>
          </p:cNvSpPr>
          <p:nvPr>
            <p:ph type="body" sz="quarter" idx="3"/>
          </p:nvPr>
        </p:nvSpPr>
        <p:spPr>
          <a:xfrm>
            <a:off x="6172200" y="126878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EC497F3-A449-09C3-74E7-D9E6FA9A78BA}"/>
              </a:ext>
            </a:extLst>
          </p:cNvPr>
          <p:cNvSpPr>
            <a:spLocks noGrp="1" noRot="1" noMove="1" noResize="1" noEditPoints="1" noAdjustHandles="1" noChangeArrowheads="1" noChangeShapeType="1"/>
          </p:cNvSpPr>
          <p:nvPr>
            <p:ph sz="quarter" idx="4"/>
          </p:nvPr>
        </p:nvSpPr>
        <p:spPr>
          <a:xfrm>
            <a:off x="6172200" y="2128553"/>
            <a:ext cx="5183188" cy="3684588"/>
          </a:xfrm>
        </p:spPr>
        <p:txBody>
          <a:bodyPr/>
          <a:lstStyle>
            <a:lvl1pPr>
              <a:defRPr>
                <a:latin typeface="Montserrat" pitchFamily="2" charset="0"/>
              </a:defRPr>
            </a:lvl1pPr>
            <a:lvl2pPr>
              <a:defRPr>
                <a:latin typeface="Montserrat" pitchFamily="2" charset="0"/>
              </a:defRPr>
            </a:lvl2pPr>
            <a:lvl3pPr>
              <a:defRPr>
                <a:latin typeface="Montserrat" pitchFamily="2" charset="0"/>
              </a:defRPr>
            </a:lvl3pPr>
            <a:lvl4pPr>
              <a:defRPr>
                <a:latin typeface="Montserrat" pitchFamily="2" charset="0"/>
              </a:defRPr>
            </a:lvl4pPr>
            <a:lvl5pPr>
              <a:defRPr>
                <a:latin typeface="Montserrat"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e la date 6">
            <a:extLst>
              <a:ext uri="{FF2B5EF4-FFF2-40B4-BE49-F238E27FC236}">
                <a16:creationId xmlns:a16="http://schemas.microsoft.com/office/drawing/2014/main" id="{D73D6C0A-03C4-B38D-530B-4DEAA4057662}"/>
              </a:ext>
            </a:extLst>
          </p:cNvPr>
          <p:cNvSpPr>
            <a:spLocks noGrp="1" noRot="1" noMove="1" noResize="1" noEditPoints="1" noAdjustHandles="1" noChangeArrowheads="1" noChangeShapeType="1"/>
          </p:cNvSpPr>
          <p:nvPr>
            <p:ph type="dt" sz="half" idx="10"/>
          </p:nvPr>
        </p:nvSpPr>
        <p:spPr/>
        <p:txBody>
          <a:bodyPr/>
          <a:lstStyle/>
          <a:p>
            <a:fld id="{5D8A63D6-5519-481F-83D6-82004FF8A44A}" type="datetime1">
              <a:rPr lang="fr-FR" smtClean="0"/>
              <a:t>15/10/2026</a:t>
            </a:fld>
            <a:endParaRPr lang="fr-FR"/>
          </a:p>
        </p:txBody>
      </p:sp>
      <p:sp>
        <p:nvSpPr>
          <p:cNvPr id="8" name="Espace réservé du pied de page 7">
            <a:extLst>
              <a:ext uri="{FF2B5EF4-FFF2-40B4-BE49-F238E27FC236}">
                <a16:creationId xmlns:a16="http://schemas.microsoft.com/office/drawing/2014/main" id="{CDE1E781-4F11-4D2E-E736-B227980D04F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E311E42-B9DF-0268-1404-085C0558159C}"/>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2" name="Freeform 9">
            <a:extLst>
              <a:ext uri="{FF2B5EF4-FFF2-40B4-BE49-F238E27FC236}">
                <a16:creationId xmlns:a16="http://schemas.microsoft.com/office/drawing/2014/main" id="{239AF4B4-C299-17B9-75F6-44817CFCB87A}"/>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4" name="Graphique 13">
            <a:extLst>
              <a:ext uri="{FF2B5EF4-FFF2-40B4-BE49-F238E27FC236}">
                <a16:creationId xmlns:a16="http://schemas.microsoft.com/office/drawing/2014/main" id="{7730B1BB-05DC-00A5-1182-5D7EAC53391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Tree>
    <p:extLst>
      <p:ext uri="{BB962C8B-B14F-4D97-AF65-F5344CB8AC3E}">
        <p14:creationId xmlns:p14="http://schemas.microsoft.com/office/powerpoint/2010/main" val="2037753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3BB5C8-070C-5B8F-5A33-9F5952DFA16E}"/>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3" name="Espace réservé de la date 2">
            <a:extLst>
              <a:ext uri="{FF2B5EF4-FFF2-40B4-BE49-F238E27FC236}">
                <a16:creationId xmlns:a16="http://schemas.microsoft.com/office/drawing/2014/main" id="{657D282C-573F-0644-ED51-815B2C49DEB4}"/>
              </a:ext>
            </a:extLst>
          </p:cNvPr>
          <p:cNvSpPr>
            <a:spLocks noGrp="1" noRot="1" noMove="1" noResize="1" noEditPoints="1" noAdjustHandles="1" noChangeArrowheads="1" noChangeShapeType="1"/>
          </p:cNvSpPr>
          <p:nvPr>
            <p:ph type="dt" sz="half" idx="10"/>
          </p:nvPr>
        </p:nvSpPr>
        <p:spPr/>
        <p:txBody>
          <a:bodyPr/>
          <a:lstStyle/>
          <a:p>
            <a:fld id="{788D326E-31FC-4603-9A96-08168D8CEDB1}" type="datetime1">
              <a:rPr lang="fr-FR" smtClean="0"/>
              <a:t>15/10/2026</a:t>
            </a:fld>
            <a:endParaRPr lang="fr-FR" dirty="0"/>
          </a:p>
        </p:txBody>
      </p:sp>
      <p:sp>
        <p:nvSpPr>
          <p:cNvPr id="4" name="Espace réservé du pied de page 3">
            <a:extLst>
              <a:ext uri="{FF2B5EF4-FFF2-40B4-BE49-F238E27FC236}">
                <a16:creationId xmlns:a16="http://schemas.microsoft.com/office/drawing/2014/main" id="{F536D820-CD29-9C3E-D55E-19E5CACDC8D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E78BD0F-B5CF-36B3-BC88-EDD13C754226}"/>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8" name="Freeform 9">
            <a:extLst>
              <a:ext uri="{FF2B5EF4-FFF2-40B4-BE49-F238E27FC236}">
                <a16:creationId xmlns:a16="http://schemas.microsoft.com/office/drawing/2014/main" id="{3C7346FD-5D3C-C568-5555-59C20019C6B5}"/>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0" name="Graphique 9">
            <a:extLst>
              <a:ext uri="{FF2B5EF4-FFF2-40B4-BE49-F238E27FC236}">
                <a16:creationId xmlns:a16="http://schemas.microsoft.com/office/drawing/2014/main" id="{0F89AF32-B56E-0130-1E5B-C6A738DF55D7}"/>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
        <p:nvSpPr>
          <p:cNvPr id="11" name="Espace réservé du contenu 2">
            <a:extLst>
              <a:ext uri="{FF2B5EF4-FFF2-40B4-BE49-F238E27FC236}">
                <a16:creationId xmlns:a16="http://schemas.microsoft.com/office/drawing/2014/main" id="{B594B31F-341E-4366-56B5-DCB1BC639B19}"/>
              </a:ext>
            </a:extLst>
          </p:cNvPr>
          <p:cNvSpPr>
            <a:spLocks noGrp="1" noRot="1" noMove="1" noResize="1" noEditPoints="1" noAdjustHandles="1" noChangeArrowheads="1" noChangeShapeType="1"/>
          </p:cNvSpPr>
          <p:nvPr>
            <p:ph idx="1"/>
          </p:nvPr>
        </p:nvSpPr>
        <p:spPr>
          <a:xfrm>
            <a:off x="838200" y="1381119"/>
            <a:ext cx="10515600" cy="4220405"/>
          </a:xfrm>
        </p:spPr>
        <p:txBody>
          <a:bodyPr>
            <a:normAutofit/>
          </a:bodyPr>
          <a:lstStyle>
            <a:lvl1pPr>
              <a:buNone/>
              <a:defRPr sz="1400">
                <a:solidFill>
                  <a:srgbClr val="261E48"/>
                </a:solidFill>
                <a:latin typeface="Montserrat" pitchFamily="2" charset="0"/>
              </a:defRPr>
            </a:lvl1pPr>
          </a:lstStyle>
          <a:p>
            <a:pPr lvl="0"/>
            <a:endParaRPr lang="fr-FR" dirty="0"/>
          </a:p>
        </p:txBody>
      </p:sp>
    </p:spTree>
    <p:extLst>
      <p:ext uri="{BB962C8B-B14F-4D97-AF65-F5344CB8AC3E}">
        <p14:creationId xmlns:p14="http://schemas.microsoft.com/office/powerpoint/2010/main" val="3634086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3BA03-2A07-CC5F-4BFD-9C802BD93EC3}"/>
              </a:ext>
            </a:extLst>
          </p:cNvPr>
          <p:cNvSpPr>
            <a:spLocks noGrp="1" noRot="1" noMove="1" noResize="1" noEditPoints="1" noAdjustHandles="1" noChangeArrowheads="1" noChangeShapeType="1"/>
          </p:cNvSpPr>
          <p:nvPr>
            <p:ph type="title"/>
          </p:nvPr>
        </p:nvSpPr>
        <p:spPr>
          <a:xfrm>
            <a:off x="838200" y="365125"/>
            <a:ext cx="10515600" cy="882000"/>
          </a:xfrm>
        </p:spPr>
        <p:txBody>
          <a:bodyPr/>
          <a:lstStyle/>
          <a:p>
            <a:r>
              <a:rPr lang="fr-FR"/>
              <a:t>Modifiez le style du titre</a:t>
            </a:r>
            <a:endParaRPr lang="fr-FR" dirty="0"/>
          </a:p>
        </p:txBody>
      </p:sp>
      <p:sp>
        <p:nvSpPr>
          <p:cNvPr id="47" name="Rectangle : coins arrondis 46">
            <a:extLst>
              <a:ext uri="{FF2B5EF4-FFF2-40B4-BE49-F238E27FC236}">
                <a16:creationId xmlns:a16="http://schemas.microsoft.com/office/drawing/2014/main" id="{39EEFA43-ACCC-2DDB-493D-9D0BC8D287E1}"/>
              </a:ext>
            </a:extLst>
          </p:cNvPr>
          <p:cNvSpPr>
            <a:spLocks noGrp="1" noRot="1" noMove="1" noResize="1" noEditPoints="1" noAdjustHandles="1" noChangeArrowheads="1" noChangeShapeType="1"/>
          </p:cNvSpPr>
          <p:nvPr userDrawn="1"/>
        </p:nvSpPr>
        <p:spPr>
          <a:xfrm>
            <a:off x="838200"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Lundi</a:t>
            </a:r>
            <a:endParaRPr lang="fr-FR" dirty="0">
              <a:latin typeface="Montserrat" pitchFamily="2" charset="0"/>
            </a:endParaRPr>
          </a:p>
        </p:txBody>
      </p:sp>
      <p:sp>
        <p:nvSpPr>
          <p:cNvPr id="4" name="Espace réservé de la date 3">
            <a:extLst>
              <a:ext uri="{FF2B5EF4-FFF2-40B4-BE49-F238E27FC236}">
                <a16:creationId xmlns:a16="http://schemas.microsoft.com/office/drawing/2014/main" id="{CC8D4B32-67F2-1077-D39C-DCC4048D0E56}"/>
              </a:ext>
            </a:extLst>
          </p:cNvPr>
          <p:cNvSpPr>
            <a:spLocks noGrp="1" noRot="1" noMove="1" noResize="1" noEditPoints="1" noAdjustHandles="1" noChangeArrowheads="1" noChangeShapeType="1"/>
          </p:cNvSpPr>
          <p:nvPr>
            <p:ph type="dt" sz="half" idx="10"/>
          </p:nvPr>
        </p:nvSpPr>
        <p:spPr/>
        <p:txBody>
          <a:bodyPr/>
          <a:lstStyle/>
          <a:p>
            <a:fld id="{99C81A82-B47E-4747-9997-636BAF5B294E}" type="datetime1">
              <a:rPr lang="fr-FR" smtClean="0"/>
              <a:t>15/10/2026</a:t>
            </a:fld>
            <a:endParaRPr lang="fr-FR"/>
          </a:p>
        </p:txBody>
      </p:sp>
      <p:sp>
        <p:nvSpPr>
          <p:cNvPr id="5" name="Espace réservé du pied de page 4">
            <a:extLst>
              <a:ext uri="{FF2B5EF4-FFF2-40B4-BE49-F238E27FC236}">
                <a16:creationId xmlns:a16="http://schemas.microsoft.com/office/drawing/2014/main" id="{6DDAEAD1-9CE0-1FC3-0E81-6B4C1BF40E75}"/>
              </a:ext>
            </a:extLst>
          </p:cNvPr>
          <p:cNvSpPr>
            <a:spLocks noGrp="1" noRot="1" noMove="1" noResize="1" noEditPoints="1" noAdjustHandles="1" noChangeArrowheads="1" noChangeShapeType="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6510E7-4A36-155B-3648-D249A766D68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‹N°›</a:t>
            </a:fld>
            <a:endParaRPr lang="fr-FR"/>
          </a:p>
        </p:txBody>
      </p:sp>
      <p:sp>
        <p:nvSpPr>
          <p:cNvPr id="18" name="Rectangle : coins arrondis 17">
            <a:extLst>
              <a:ext uri="{FF2B5EF4-FFF2-40B4-BE49-F238E27FC236}">
                <a16:creationId xmlns:a16="http://schemas.microsoft.com/office/drawing/2014/main" id="{3F4085F6-F2FB-AC6A-05CB-A7309346EC6A}"/>
              </a:ext>
            </a:extLst>
          </p:cNvPr>
          <p:cNvSpPr>
            <a:spLocks noGrp="1" noRot="1" noMove="1" noResize="1" noEditPoints="1" noAdjustHandles="1" noChangeArrowheads="1" noChangeShapeType="1"/>
          </p:cNvSpPr>
          <p:nvPr userDrawn="1"/>
        </p:nvSpPr>
        <p:spPr>
          <a:xfrm>
            <a:off x="870341"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885C7907-F6B7-E131-59E3-E64623207FBF}"/>
              </a:ext>
            </a:extLst>
          </p:cNvPr>
          <p:cNvSpPr>
            <a:spLocks noGrp="1" noRot="1" noMove="1" noResize="1" noEditPoints="1" noAdjustHandles="1" noChangeArrowheads="1" noChangeShapeType="1"/>
          </p:cNvSpPr>
          <p:nvPr>
            <p:ph idx="1"/>
          </p:nvPr>
        </p:nvSpPr>
        <p:spPr>
          <a:xfrm>
            <a:off x="870341" y="212022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9" name="Freeform 9">
            <a:extLst>
              <a:ext uri="{FF2B5EF4-FFF2-40B4-BE49-F238E27FC236}">
                <a16:creationId xmlns:a16="http://schemas.microsoft.com/office/drawing/2014/main" id="{8BDCDD73-A1E8-8C00-6484-A41B084ED4B9}"/>
              </a:ext>
            </a:extLst>
          </p:cNvPr>
          <p:cNvSpPr>
            <a:spLocks noGrp="1" noRot="1" noMove="1" noResize="1" noEditPoints="1" noAdjustHandles="1" noChangeArrowheads="1" noChangeShapeType="1"/>
          </p:cNvSpPr>
          <p:nvPr userDrawn="1"/>
        </p:nvSpPr>
        <p:spPr>
          <a:xfrm>
            <a:off x="10696575" y="5799895"/>
            <a:ext cx="657225" cy="377068"/>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2"/>
            <a:stretch>
              <a:fillRect l="-107" r="-107"/>
            </a:stretch>
          </a:blipFill>
        </p:spPr>
        <p:txBody>
          <a:bodyPr/>
          <a:lstStyle/>
          <a:p>
            <a:endParaRPr lang="fr-FR"/>
          </a:p>
        </p:txBody>
      </p:sp>
      <p:pic>
        <p:nvPicPr>
          <p:cNvPr id="12" name="Graphique 11">
            <a:extLst>
              <a:ext uri="{FF2B5EF4-FFF2-40B4-BE49-F238E27FC236}">
                <a16:creationId xmlns:a16="http://schemas.microsoft.com/office/drawing/2014/main" id="{677AEE64-35C4-A05E-0FEE-3242EAEA852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9046340" y="5491130"/>
            <a:ext cx="1505455" cy="720000"/>
          </a:xfrm>
          <a:prstGeom prst="rect">
            <a:avLst/>
          </a:prstGeom>
        </p:spPr>
      </p:pic>
      <p:sp>
        <p:nvSpPr>
          <p:cNvPr id="36" name="Rectangle : coins arrondis 35">
            <a:extLst>
              <a:ext uri="{FF2B5EF4-FFF2-40B4-BE49-F238E27FC236}">
                <a16:creationId xmlns:a16="http://schemas.microsoft.com/office/drawing/2014/main" id="{DFA65BD8-FF98-189F-F39E-24C453CA7E4A}"/>
              </a:ext>
            </a:extLst>
          </p:cNvPr>
          <p:cNvSpPr>
            <a:spLocks noGrp="1" noRot="1" noMove="1" noResize="1" noEditPoints="1" noAdjustHandles="1" noChangeArrowheads="1" noChangeShapeType="1"/>
          </p:cNvSpPr>
          <p:nvPr userDrawn="1"/>
        </p:nvSpPr>
        <p:spPr>
          <a:xfrm>
            <a:off x="870341"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space réservé du contenu 2">
            <a:extLst>
              <a:ext uri="{FF2B5EF4-FFF2-40B4-BE49-F238E27FC236}">
                <a16:creationId xmlns:a16="http://schemas.microsoft.com/office/drawing/2014/main" id="{5EA65321-D4FD-4BA9-B562-AFAA6EE48596}"/>
              </a:ext>
            </a:extLst>
          </p:cNvPr>
          <p:cNvSpPr>
            <a:spLocks noGrp="1" noRot="1" noMove="1" noResize="1" noEditPoints="1" noAdjustHandles="1" noChangeArrowheads="1" noChangeShapeType="1"/>
          </p:cNvSpPr>
          <p:nvPr>
            <p:ph idx="18"/>
          </p:nvPr>
        </p:nvSpPr>
        <p:spPr>
          <a:xfrm>
            <a:off x="870341" y="363559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48" name="Rectangle : coins arrondis 47">
            <a:extLst>
              <a:ext uri="{FF2B5EF4-FFF2-40B4-BE49-F238E27FC236}">
                <a16:creationId xmlns:a16="http://schemas.microsoft.com/office/drawing/2014/main" id="{A235387B-EBEC-13B3-FA7A-6810E74597B1}"/>
              </a:ext>
            </a:extLst>
          </p:cNvPr>
          <p:cNvSpPr>
            <a:spLocks noGrp="1" noRot="1" noMove="1" noResize="1" noEditPoints="1" noAdjustHandles="1" noChangeArrowheads="1" noChangeShapeType="1"/>
          </p:cNvSpPr>
          <p:nvPr userDrawn="1"/>
        </p:nvSpPr>
        <p:spPr>
          <a:xfrm>
            <a:off x="2979173"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Mardi</a:t>
            </a:r>
            <a:endParaRPr lang="fr-FR" dirty="0">
              <a:latin typeface="Montserrat" pitchFamily="2" charset="0"/>
            </a:endParaRPr>
          </a:p>
        </p:txBody>
      </p:sp>
      <p:sp>
        <p:nvSpPr>
          <p:cNvPr id="49" name="Rectangle : coins arrondis 48">
            <a:extLst>
              <a:ext uri="{FF2B5EF4-FFF2-40B4-BE49-F238E27FC236}">
                <a16:creationId xmlns:a16="http://schemas.microsoft.com/office/drawing/2014/main" id="{B30F33B6-D16F-1ACD-AA79-EB3475364B83}"/>
              </a:ext>
            </a:extLst>
          </p:cNvPr>
          <p:cNvSpPr>
            <a:spLocks noGrp="1" noRot="1" noMove="1" noResize="1" noEditPoints="1" noAdjustHandles="1" noChangeArrowheads="1" noChangeShapeType="1"/>
          </p:cNvSpPr>
          <p:nvPr userDrawn="1"/>
        </p:nvSpPr>
        <p:spPr>
          <a:xfrm>
            <a:off x="3011314"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space réservé du contenu 2">
            <a:extLst>
              <a:ext uri="{FF2B5EF4-FFF2-40B4-BE49-F238E27FC236}">
                <a16:creationId xmlns:a16="http://schemas.microsoft.com/office/drawing/2014/main" id="{CA5603C8-DAE7-A421-8D36-360B1500CC35}"/>
              </a:ext>
            </a:extLst>
          </p:cNvPr>
          <p:cNvSpPr>
            <a:spLocks noGrp="1" noRot="1" noMove="1" noResize="1" noEditPoints="1" noAdjustHandles="1" noChangeArrowheads="1" noChangeShapeType="1"/>
          </p:cNvSpPr>
          <p:nvPr>
            <p:ph idx="19"/>
          </p:nvPr>
        </p:nvSpPr>
        <p:spPr>
          <a:xfrm>
            <a:off x="3011314" y="212022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51" name="Rectangle : coins arrondis 50">
            <a:extLst>
              <a:ext uri="{FF2B5EF4-FFF2-40B4-BE49-F238E27FC236}">
                <a16:creationId xmlns:a16="http://schemas.microsoft.com/office/drawing/2014/main" id="{71940A5C-CD0D-2A7D-6650-3F0A5FC89CC5}"/>
              </a:ext>
            </a:extLst>
          </p:cNvPr>
          <p:cNvSpPr>
            <a:spLocks noGrp="1" noRot="1" noMove="1" noResize="1" noEditPoints="1" noAdjustHandles="1" noChangeArrowheads="1" noChangeShapeType="1"/>
          </p:cNvSpPr>
          <p:nvPr userDrawn="1"/>
        </p:nvSpPr>
        <p:spPr>
          <a:xfrm>
            <a:off x="3011314"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space réservé du contenu 2">
            <a:extLst>
              <a:ext uri="{FF2B5EF4-FFF2-40B4-BE49-F238E27FC236}">
                <a16:creationId xmlns:a16="http://schemas.microsoft.com/office/drawing/2014/main" id="{83C86029-B457-A1FC-4943-D662750F1511}"/>
              </a:ext>
            </a:extLst>
          </p:cNvPr>
          <p:cNvSpPr>
            <a:spLocks noGrp="1" noRot="1" noMove="1" noResize="1" noEditPoints="1" noAdjustHandles="1" noChangeArrowheads="1" noChangeShapeType="1"/>
          </p:cNvSpPr>
          <p:nvPr>
            <p:ph idx="20"/>
          </p:nvPr>
        </p:nvSpPr>
        <p:spPr>
          <a:xfrm>
            <a:off x="3011314" y="363559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53" name="Rectangle : coins arrondis 52">
            <a:extLst>
              <a:ext uri="{FF2B5EF4-FFF2-40B4-BE49-F238E27FC236}">
                <a16:creationId xmlns:a16="http://schemas.microsoft.com/office/drawing/2014/main" id="{AFD9714F-052C-D8CF-1461-F64D65804BA6}"/>
              </a:ext>
            </a:extLst>
          </p:cNvPr>
          <p:cNvSpPr>
            <a:spLocks noGrp="1" noRot="1" noMove="1" noResize="1" noEditPoints="1" noAdjustHandles="1" noChangeArrowheads="1" noChangeShapeType="1"/>
          </p:cNvSpPr>
          <p:nvPr userDrawn="1"/>
        </p:nvSpPr>
        <p:spPr>
          <a:xfrm>
            <a:off x="5096754" y="1798535"/>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Mercredi</a:t>
            </a:r>
            <a:endParaRPr lang="fr-FR" dirty="0">
              <a:latin typeface="Montserrat" pitchFamily="2" charset="0"/>
            </a:endParaRPr>
          </a:p>
        </p:txBody>
      </p:sp>
      <p:sp>
        <p:nvSpPr>
          <p:cNvPr id="54" name="Rectangle : coins arrondis 53">
            <a:extLst>
              <a:ext uri="{FF2B5EF4-FFF2-40B4-BE49-F238E27FC236}">
                <a16:creationId xmlns:a16="http://schemas.microsoft.com/office/drawing/2014/main" id="{A5D4637C-C59F-51DE-B978-033BB68F0AF7}"/>
              </a:ext>
            </a:extLst>
          </p:cNvPr>
          <p:cNvSpPr>
            <a:spLocks noGrp="1" noRot="1" noMove="1" noResize="1" noEditPoints="1" noAdjustHandles="1" noChangeArrowheads="1" noChangeShapeType="1"/>
          </p:cNvSpPr>
          <p:nvPr userDrawn="1"/>
        </p:nvSpPr>
        <p:spPr>
          <a:xfrm>
            <a:off x="5128895"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Espace réservé du contenu 2">
            <a:extLst>
              <a:ext uri="{FF2B5EF4-FFF2-40B4-BE49-F238E27FC236}">
                <a16:creationId xmlns:a16="http://schemas.microsoft.com/office/drawing/2014/main" id="{6A814CB7-AD64-541C-7F0C-9A7370C38BE3}"/>
              </a:ext>
            </a:extLst>
          </p:cNvPr>
          <p:cNvSpPr>
            <a:spLocks noGrp="1" noRot="1" noMove="1" noResize="1" noEditPoints="1" noAdjustHandles="1" noChangeArrowheads="1" noChangeShapeType="1"/>
          </p:cNvSpPr>
          <p:nvPr>
            <p:ph idx="21"/>
          </p:nvPr>
        </p:nvSpPr>
        <p:spPr>
          <a:xfrm>
            <a:off x="5128895" y="212022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56" name="Rectangle : coins arrondis 55">
            <a:extLst>
              <a:ext uri="{FF2B5EF4-FFF2-40B4-BE49-F238E27FC236}">
                <a16:creationId xmlns:a16="http://schemas.microsoft.com/office/drawing/2014/main" id="{4376143E-A380-E7DA-0E69-1D2729DACC08}"/>
              </a:ext>
            </a:extLst>
          </p:cNvPr>
          <p:cNvSpPr>
            <a:spLocks noGrp="1" noRot="1" noMove="1" noResize="1" noEditPoints="1" noAdjustHandles="1" noChangeArrowheads="1" noChangeShapeType="1"/>
          </p:cNvSpPr>
          <p:nvPr userDrawn="1"/>
        </p:nvSpPr>
        <p:spPr>
          <a:xfrm>
            <a:off x="5128895"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Espace réservé du contenu 2">
            <a:extLst>
              <a:ext uri="{FF2B5EF4-FFF2-40B4-BE49-F238E27FC236}">
                <a16:creationId xmlns:a16="http://schemas.microsoft.com/office/drawing/2014/main" id="{F3652B82-30AF-0673-5039-14E4BF3C3160}"/>
              </a:ext>
            </a:extLst>
          </p:cNvPr>
          <p:cNvSpPr>
            <a:spLocks noGrp="1" noRot="1" noMove="1" noResize="1" noEditPoints="1" noAdjustHandles="1" noChangeArrowheads="1" noChangeShapeType="1"/>
          </p:cNvSpPr>
          <p:nvPr>
            <p:ph idx="22"/>
          </p:nvPr>
        </p:nvSpPr>
        <p:spPr>
          <a:xfrm>
            <a:off x="5128895" y="3635593"/>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58" name="Rectangle : coins arrondis 57">
            <a:extLst>
              <a:ext uri="{FF2B5EF4-FFF2-40B4-BE49-F238E27FC236}">
                <a16:creationId xmlns:a16="http://schemas.microsoft.com/office/drawing/2014/main" id="{ACAA90A8-0990-FCCE-8D33-D774ADA1D153}"/>
              </a:ext>
            </a:extLst>
          </p:cNvPr>
          <p:cNvSpPr>
            <a:spLocks noGrp="1" noRot="1" noMove="1" noResize="1" noEditPoints="1" noAdjustHandles="1" noChangeArrowheads="1" noChangeShapeType="1"/>
          </p:cNvSpPr>
          <p:nvPr userDrawn="1"/>
        </p:nvSpPr>
        <p:spPr>
          <a:xfrm>
            <a:off x="7232827" y="1784791"/>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Jeudi</a:t>
            </a:r>
            <a:endParaRPr lang="fr-FR" dirty="0">
              <a:latin typeface="Montserrat" pitchFamily="2" charset="0"/>
            </a:endParaRPr>
          </a:p>
        </p:txBody>
      </p:sp>
      <p:sp>
        <p:nvSpPr>
          <p:cNvPr id="59" name="Rectangle : coins arrondis 58">
            <a:extLst>
              <a:ext uri="{FF2B5EF4-FFF2-40B4-BE49-F238E27FC236}">
                <a16:creationId xmlns:a16="http://schemas.microsoft.com/office/drawing/2014/main" id="{7EC3B833-7E16-E16B-B72E-34821F6C86AC}"/>
              </a:ext>
            </a:extLst>
          </p:cNvPr>
          <p:cNvSpPr>
            <a:spLocks noGrp="1" noRot="1" noMove="1" noResize="1" noEditPoints="1" noAdjustHandles="1" noChangeArrowheads="1" noChangeShapeType="1"/>
          </p:cNvSpPr>
          <p:nvPr userDrawn="1"/>
        </p:nvSpPr>
        <p:spPr>
          <a:xfrm>
            <a:off x="7264968" y="210853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Espace réservé du contenu 2">
            <a:extLst>
              <a:ext uri="{FF2B5EF4-FFF2-40B4-BE49-F238E27FC236}">
                <a16:creationId xmlns:a16="http://schemas.microsoft.com/office/drawing/2014/main" id="{A5092395-C05F-67C1-E339-A4824755DCBA}"/>
              </a:ext>
            </a:extLst>
          </p:cNvPr>
          <p:cNvSpPr>
            <a:spLocks noGrp="1" noRot="1" noMove="1" noResize="1" noEditPoints="1" noAdjustHandles="1" noChangeArrowheads="1" noChangeShapeType="1"/>
          </p:cNvSpPr>
          <p:nvPr>
            <p:ph idx="23"/>
          </p:nvPr>
        </p:nvSpPr>
        <p:spPr>
          <a:xfrm>
            <a:off x="7264968" y="2106479"/>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61" name="Rectangle : coins arrondis 60">
            <a:extLst>
              <a:ext uri="{FF2B5EF4-FFF2-40B4-BE49-F238E27FC236}">
                <a16:creationId xmlns:a16="http://schemas.microsoft.com/office/drawing/2014/main" id="{E8B58CAB-D50E-E957-8861-6D666079A5F2}"/>
              </a:ext>
            </a:extLst>
          </p:cNvPr>
          <p:cNvSpPr>
            <a:spLocks noGrp="1" noRot="1" noMove="1" noResize="1" noEditPoints="1" noAdjustHandles="1" noChangeArrowheads="1" noChangeShapeType="1"/>
          </p:cNvSpPr>
          <p:nvPr userDrawn="1"/>
        </p:nvSpPr>
        <p:spPr>
          <a:xfrm>
            <a:off x="7264968" y="362390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Espace réservé du contenu 2">
            <a:extLst>
              <a:ext uri="{FF2B5EF4-FFF2-40B4-BE49-F238E27FC236}">
                <a16:creationId xmlns:a16="http://schemas.microsoft.com/office/drawing/2014/main" id="{9E367BD0-4212-7965-EA60-18A7D2885AB0}"/>
              </a:ext>
            </a:extLst>
          </p:cNvPr>
          <p:cNvSpPr>
            <a:spLocks noGrp="1" noRot="1" noMove="1" noResize="1" noEditPoints="1" noAdjustHandles="1" noChangeArrowheads="1" noChangeShapeType="1"/>
          </p:cNvSpPr>
          <p:nvPr>
            <p:ph idx="24"/>
          </p:nvPr>
        </p:nvSpPr>
        <p:spPr>
          <a:xfrm>
            <a:off x="7264968" y="3621849"/>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63" name="Rectangle : coins arrondis 62">
            <a:extLst>
              <a:ext uri="{FF2B5EF4-FFF2-40B4-BE49-F238E27FC236}">
                <a16:creationId xmlns:a16="http://schemas.microsoft.com/office/drawing/2014/main" id="{47696806-D597-E9C8-685C-FD4CA0F77261}"/>
              </a:ext>
            </a:extLst>
          </p:cNvPr>
          <p:cNvSpPr>
            <a:spLocks noGrp="1" noRot="1" noMove="1" noResize="1" noEditPoints="1" noAdjustHandles="1" noChangeArrowheads="1" noChangeShapeType="1"/>
          </p:cNvSpPr>
          <p:nvPr userDrawn="1"/>
        </p:nvSpPr>
        <p:spPr>
          <a:xfrm>
            <a:off x="9373800" y="1782902"/>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fr-FR" sz="1400" dirty="0">
                <a:latin typeface="Montserrat" pitchFamily="2" charset="0"/>
              </a:rPr>
              <a:t>Vendredi</a:t>
            </a:r>
            <a:endParaRPr lang="fr-FR" dirty="0">
              <a:latin typeface="Montserrat" pitchFamily="2" charset="0"/>
            </a:endParaRPr>
          </a:p>
        </p:txBody>
      </p:sp>
      <p:sp>
        <p:nvSpPr>
          <p:cNvPr id="64" name="Rectangle : coins arrondis 63">
            <a:extLst>
              <a:ext uri="{FF2B5EF4-FFF2-40B4-BE49-F238E27FC236}">
                <a16:creationId xmlns:a16="http://schemas.microsoft.com/office/drawing/2014/main" id="{A6968603-52B3-F392-AE80-3C7E131C3AB1}"/>
              </a:ext>
            </a:extLst>
          </p:cNvPr>
          <p:cNvSpPr>
            <a:spLocks noGrp="1" noRot="1" noMove="1" noResize="1" noEditPoints="1" noAdjustHandles="1" noChangeArrowheads="1" noChangeShapeType="1"/>
          </p:cNvSpPr>
          <p:nvPr userDrawn="1"/>
        </p:nvSpPr>
        <p:spPr>
          <a:xfrm>
            <a:off x="9405941" y="210664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Espace réservé du contenu 2">
            <a:extLst>
              <a:ext uri="{FF2B5EF4-FFF2-40B4-BE49-F238E27FC236}">
                <a16:creationId xmlns:a16="http://schemas.microsoft.com/office/drawing/2014/main" id="{D77DFDF4-D0AC-A4DB-FF77-DE4701DDC544}"/>
              </a:ext>
            </a:extLst>
          </p:cNvPr>
          <p:cNvSpPr>
            <a:spLocks noGrp="1" noRot="1" noMove="1" noResize="1" noEditPoints="1" noAdjustHandles="1" noChangeArrowheads="1" noChangeShapeType="1"/>
          </p:cNvSpPr>
          <p:nvPr>
            <p:ph idx="25"/>
          </p:nvPr>
        </p:nvSpPr>
        <p:spPr>
          <a:xfrm>
            <a:off x="9405941" y="2104590"/>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66" name="Rectangle : coins arrondis 65">
            <a:extLst>
              <a:ext uri="{FF2B5EF4-FFF2-40B4-BE49-F238E27FC236}">
                <a16:creationId xmlns:a16="http://schemas.microsoft.com/office/drawing/2014/main" id="{CD80C315-B569-DE7E-61FE-AE8AC39E73E0}"/>
              </a:ext>
            </a:extLst>
          </p:cNvPr>
          <p:cNvSpPr>
            <a:spLocks noGrp="1" noRot="1" noMove="1" noResize="1" noEditPoints="1" noAdjustHandles="1" noChangeArrowheads="1" noChangeShapeType="1"/>
          </p:cNvSpPr>
          <p:nvPr userDrawn="1"/>
        </p:nvSpPr>
        <p:spPr>
          <a:xfrm>
            <a:off x="9405941" y="362201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Espace réservé du contenu 2">
            <a:extLst>
              <a:ext uri="{FF2B5EF4-FFF2-40B4-BE49-F238E27FC236}">
                <a16:creationId xmlns:a16="http://schemas.microsoft.com/office/drawing/2014/main" id="{E63819FB-EA7E-003C-3A24-79A1E48DC848}"/>
              </a:ext>
            </a:extLst>
          </p:cNvPr>
          <p:cNvSpPr>
            <a:spLocks noGrp="1" noRot="1" noMove="1" noResize="1" noEditPoints="1" noAdjustHandles="1" noChangeArrowheads="1" noChangeShapeType="1"/>
          </p:cNvSpPr>
          <p:nvPr>
            <p:ph idx="26"/>
          </p:nvPr>
        </p:nvSpPr>
        <p:spPr>
          <a:xfrm>
            <a:off x="9405941" y="3619960"/>
            <a:ext cx="1915718" cy="1427672"/>
          </a:xfrm>
        </p:spPr>
        <p:txBody>
          <a:bodyPr>
            <a:normAutofit/>
          </a:bodyPr>
          <a:lstStyle>
            <a:lvl1pPr>
              <a:buNone/>
              <a:defRPr sz="1400">
                <a:solidFill>
                  <a:srgbClr val="261E48"/>
                </a:solidFill>
                <a:latin typeface="Montserrat" pitchFamily="2" charset="0"/>
              </a:defRPr>
            </a:lvl1pPr>
          </a:lstStyle>
          <a:p>
            <a:pPr lvl="0"/>
            <a:endParaRPr lang="fr-FR" dirty="0"/>
          </a:p>
        </p:txBody>
      </p:sp>
      <p:sp>
        <p:nvSpPr>
          <p:cNvPr id="75" name="Rectangle : coins arrondis 74">
            <a:extLst>
              <a:ext uri="{FF2B5EF4-FFF2-40B4-BE49-F238E27FC236}">
                <a16:creationId xmlns:a16="http://schemas.microsoft.com/office/drawing/2014/main" id="{506DBED5-7100-DD1F-CA6E-BDE84EA92CD7}"/>
              </a:ext>
            </a:extLst>
          </p:cNvPr>
          <p:cNvSpPr>
            <a:spLocks noGrp="1" noRot="1" noMove="1" noResize="1" noEditPoints="1" noAdjustHandles="1" noChangeArrowheads="1" noChangeShapeType="1"/>
          </p:cNvSpPr>
          <p:nvPr userDrawn="1"/>
        </p:nvSpPr>
        <p:spPr>
          <a:xfrm>
            <a:off x="838200" y="5280499"/>
            <a:ext cx="7772400" cy="900000"/>
          </a:xfrm>
          <a:prstGeom prst="roundRect">
            <a:avLst>
              <a:gd name="adj" fmla="val 8457"/>
            </a:avLst>
          </a:prstGeom>
          <a:solidFill>
            <a:srgbClr val="A1A6D4"/>
          </a:solidFill>
          <a:ln w="28575">
            <a:solidFill>
              <a:srgbClr val="261E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7" name="Espace réservé du texte 76">
            <a:extLst>
              <a:ext uri="{FF2B5EF4-FFF2-40B4-BE49-F238E27FC236}">
                <a16:creationId xmlns:a16="http://schemas.microsoft.com/office/drawing/2014/main" id="{9F80D05F-725A-9F28-6A53-F8C77669A4F8}"/>
              </a:ext>
            </a:extLst>
          </p:cNvPr>
          <p:cNvSpPr>
            <a:spLocks noGrp="1" noRot="1" noMove="1" noResize="1" noEditPoints="1" noAdjustHandles="1" noChangeArrowheads="1" noChangeShapeType="1"/>
          </p:cNvSpPr>
          <p:nvPr>
            <p:ph type="body" sz="quarter" idx="27"/>
          </p:nvPr>
        </p:nvSpPr>
        <p:spPr>
          <a:xfrm>
            <a:off x="838199" y="5294243"/>
            <a:ext cx="7772401" cy="882000"/>
          </a:xfrm>
        </p:spPr>
        <p:txBody>
          <a:bodyPr/>
          <a:lstStyle>
            <a:lvl1pPr>
              <a:defRPr>
                <a:solidFill>
                  <a:schemeClr val="bg1"/>
                </a:solidFill>
              </a:defRPr>
            </a:lvl1pPr>
          </a:lstStyle>
          <a:p>
            <a:pPr lvl="0"/>
            <a:r>
              <a:rPr lang="fr-FR"/>
              <a:t>Cliquez pour modifier les styles du texte du masque</a:t>
            </a:r>
          </a:p>
        </p:txBody>
      </p:sp>
    </p:spTree>
    <p:extLst>
      <p:ext uri="{BB962C8B-B14F-4D97-AF65-F5344CB8AC3E}">
        <p14:creationId xmlns:p14="http://schemas.microsoft.com/office/powerpoint/2010/main" val="20045091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4E6F3"/>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3D3D6A7-FF7B-B586-52F4-ADC35E546A5A}"/>
              </a:ext>
            </a:extLst>
          </p:cNvPr>
          <p:cNvSpPr>
            <a:spLocks noGrp="1" noRot="1" noMove="1" noResize="1" noEditPoints="1" noAdjustHandles="1" noChangeArrowheads="1" noChangeShapeType="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A54B397C-74AF-2BFD-A6A9-885AAD2770BA}"/>
              </a:ext>
            </a:extLst>
          </p:cNvPr>
          <p:cNvSpPr>
            <a:spLocks noGrp="1" noRot="1" noMove="1" noResize="1" noEditPoints="1" noAdjustHandles="1" noChangeArrowheads="1" noChangeShapeType="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Contenu texte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47940389-E416-64CF-697E-AB4C044EA43F}"/>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ontserrat" pitchFamily="2" charset="0"/>
              </a:defRPr>
            </a:lvl1pPr>
          </a:lstStyle>
          <a:p>
            <a:fld id="{065D9175-3EB5-4180-B9B2-2E197B3E8294}" type="datetime1">
              <a:rPr lang="fr-FR" smtClean="0"/>
              <a:t>15/10/2026</a:t>
            </a:fld>
            <a:endParaRPr lang="fr-FR" dirty="0">
              <a:latin typeface="Montserrat" pitchFamily="2" charset="0"/>
            </a:endParaRPr>
          </a:p>
        </p:txBody>
      </p:sp>
      <p:sp>
        <p:nvSpPr>
          <p:cNvPr id="5" name="Espace réservé du pied de page 4">
            <a:extLst>
              <a:ext uri="{FF2B5EF4-FFF2-40B4-BE49-F238E27FC236}">
                <a16:creationId xmlns:a16="http://schemas.microsoft.com/office/drawing/2014/main" id="{FEFA09F5-2C15-4D25-FEF0-FBA2BC2D2159}"/>
              </a:ext>
            </a:extLst>
          </p:cNvPr>
          <p:cNvSpPr>
            <a:spLocks noGrp="1" noRot="1" noMove="1" noResize="1" noEditPoints="1" noAdjustHandles="1" noChangeArrowheads="1" noChangeShapeType="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ontserrat" pitchFamily="2" charset="0"/>
              </a:defRPr>
            </a:lvl1pPr>
          </a:lstStyle>
          <a:p>
            <a:endParaRPr lang="fr-FR" dirty="0">
              <a:latin typeface="Montserrat" pitchFamily="2" charset="0"/>
            </a:endParaRPr>
          </a:p>
        </p:txBody>
      </p:sp>
      <p:sp>
        <p:nvSpPr>
          <p:cNvPr id="6" name="Espace réservé du numéro de diapositive 5">
            <a:extLst>
              <a:ext uri="{FF2B5EF4-FFF2-40B4-BE49-F238E27FC236}">
                <a16:creationId xmlns:a16="http://schemas.microsoft.com/office/drawing/2014/main" id="{4CC60F83-6957-0A97-A417-640079BD46EB}"/>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itchFamily="2" charset="0"/>
              </a:defRPr>
            </a:lvl1pPr>
          </a:lstStyle>
          <a:p>
            <a:fld id="{7AE2D55B-A4E3-4C84-95F3-069B4A0B514D}" type="slidenum">
              <a:rPr lang="fr-FR" smtClean="0"/>
              <a:pPr/>
              <a:t>‹N°›</a:t>
            </a:fld>
            <a:endParaRPr lang="fr-FR" dirty="0">
              <a:latin typeface="Montserrat" pitchFamily="2" charset="0"/>
            </a:endParaRPr>
          </a:p>
        </p:txBody>
      </p:sp>
    </p:spTree>
    <p:extLst>
      <p:ext uri="{BB962C8B-B14F-4D97-AF65-F5344CB8AC3E}">
        <p14:creationId xmlns:p14="http://schemas.microsoft.com/office/powerpoint/2010/main" val="3657416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1" r:id="rId3"/>
    <p:sldLayoutId id="2147483670" r:id="rId4"/>
    <p:sldLayoutId id="2147483672" r:id="rId5"/>
    <p:sldLayoutId id="2147483675" r:id="rId6"/>
    <p:sldLayoutId id="2147483653" r:id="rId7"/>
    <p:sldLayoutId id="2147483654" r:id="rId8"/>
    <p:sldLayoutId id="2147483676" r:id="rId9"/>
  </p:sldLayoutIdLst>
  <p:hf hdr="0" ftr="0" dt="0"/>
  <p:txStyles>
    <p:titleStyle>
      <a:lvl1pPr algn="l" defTabSz="914400" rtl="0" eaLnBrk="1" latinLnBrk="0" hangingPunct="1">
        <a:lnSpc>
          <a:spcPct val="90000"/>
        </a:lnSpc>
        <a:spcBef>
          <a:spcPct val="0"/>
        </a:spcBef>
        <a:buNone/>
        <a:defRPr sz="4400" kern="1200">
          <a:solidFill>
            <a:srgbClr val="261E48"/>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261E48"/>
          </a:solidFill>
          <a:latin typeface="Montserra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rgbClr val="261E48"/>
          </a:solidFill>
          <a:latin typeface="Monsterr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261E48"/>
          </a:solidFill>
          <a:latin typeface="Monsterr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261E48"/>
          </a:solidFill>
          <a:latin typeface="Monsterra"/>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rgbClr val="261E48"/>
          </a:solidFill>
          <a:latin typeface="Monsterr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svg"/><Relationship Id="rId5" Type="http://schemas.openxmlformats.org/officeDocument/2006/relationships/image" Target="../media/image5.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DBF0F-3F6A-8E28-0343-08824DE1DA9B}"/>
              </a:ext>
            </a:extLst>
          </p:cNvPr>
          <p:cNvSpPr>
            <a:spLocks noGrp="1" noRot="1" noMove="1" noResize="1" noEditPoints="1" noAdjustHandles="1" noChangeArrowheads="1" noChangeShapeType="1"/>
          </p:cNvSpPr>
          <p:nvPr>
            <p:ph type="ctrTitle"/>
          </p:nvPr>
        </p:nvSpPr>
        <p:spPr/>
        <p:txBody>
          <a:bodyPr/>
          <a:lstStyle/>
          <a:p>
            <a:r>
              <a:rPr lang="fr-FR" dirty="0"/>
              <a:t>WORKSHOP M2</a:t>
            </a:r>
            <a:br>
              <a:rPr lang="fr-FR" dirty="0"/>
            </a:br>
            <a:r>
              <a:rPr lang="fr-FR" dirty="0"/>
              <a:t>2026</a:t>
            </a:r>
          </a:p>
        </p:txBody>
      </p:sp>
      <p:sp>
        <p:nvSpPr>
          <p:cNvPr id="5" name="Sous-titre 4">
            <a:extLst>
              <a:ext uri="{FF2B5EF4-FFF2-40B4-BE49-F238E27FC236}">
                <a16:creationId xmlns:a16="http://schemas.microsoft.com/office/drawing/2014/main" id="{BA156C46-D9CF-FD86-3708-1CB341A28F4F}"/>
              </a:ext>
            </a:extLst>
          </p:cNvPr>
          <p:cNvSpPr>
            <a:spLocks noGrp="1" noRot="1" noMove="1" noResize="1" noEditPoints="1" noAdjustHandles="1" noChangeArrowheads="1" noChangeShapeType="1"/>
          </p:cNvSpPr>
          <p:nvPr>
            <p:ph type="subTitle" idx="1"/>
          </p:nvPr>
        </p:nvSpPr>
        <p:spPr/>
        <p:txBody>
          <a:bodyPr/>
          <a:lstStyle/>
          <a:p>
            <a:endParaRPr lang="fr-FR"/>
          </a:p>
        </p:txBody>
      </p:sp>
      <p:sp>
        <p:nvSpPr>
          <p:cNvPr id="6" name="Espace réservé du numéro de diapositive 5">
            <a:extLst>
              <a:ext uri="{FF2B5EF4-FFF2-40B4-BE49-F238E27FC236}">
                <a16:creationId xmlns:a16="http://schemas.microsoft.com/office/drawing/2014/main" id="{72023B38-A834-EB34-6E2C-CB1E2550E2F0}"/>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1</a:t>
            </a:fld>
            <a:endParaRPr lang="fr-FR"/>
          </a:p>
        </p:txBody>
      </p:sp>
    </p:spTree>
    <p:extLst>
      <p:ext uri="{BB962C8B-B14F-4D97-AF65-F5344CB8AC3E}">
        <p14:creationId xmlns:p14="http://schemas.microsoft.com/office/powerpoint/2010/main" val="3097663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03F20-0DE9-DFA9-837E-3B2CDDBED2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AB00639-13DA-577A-0F1C-BE0E25805CD2}"/>
              </a:ext>
            </a:extLst>
          </p:cNvPr>
          <p:cNvSpPr>
            <a:spLocks noGrp="1" noRot="1" noMove="1" noResize="1" noEditPoints="1" noAdjustHandles="1" noChangeArrowheads="1" noChangeShapeType="1"/>
          </p:cNvSpPr>
          <p:nvPr>
            <p:ph type="ctrTitle"/>
          </p:nvPr>
        </p:nvSpPr>
        <p:spPr/>
        <p:txBody>
          <a:bodyPr/>
          <a:lstStyle/>
          <a:p>
            <a:r>
              <a:rPr lang="fr-FR" dirty="0"/>
              <a:t>WORKSHOP M2</a:t>
            </a:r>
            <a:br>
              <a:rPr lang="fr-FR" dirty="0"/>
            </a:br>
            <a:r>
              <a:rPr lang="fr-FR" dirty="0"/>
              <a:t>2026</a:t>
            </a:r>
          </a:p>
        </p:txBody>
      </p:sp>
      <p:sp>
        <p:nvSpPr>
          <p:cNvPr id="3" name="Sous-titre 2">
            <a:extLst>
              <a:ext uri="{FF2B5EF4-FFF2-40B4-BE49-F238E27FC236}">
                <a16:creationId xmlns:a16="http://schemas.microsoft.com/office/drawing/2014/main" id="{3C1C78B2-F215-2C1B-C474-95AE1D307050}"/>
              </a:ext>
            </a:extLst>
          </p:cNvPr>
          <p:cNvSpPr>
            <a:spLocks noGrp="1" noRot="1" noMove="1" noResize="1" noEditPoints="1" noAdjustHandles="1" noChangeArrowheads="1" noChangeShapeType="1"/>
          </p:cNvSpPr>
          <p:nvPr>
            <p:ph type="subTitle" idx="1"/>
          </p:nvPr>
        </p:nvSpPr>
        <p:spPr/>
        <p:txBody>
          <a:bodyPr/>
          <a:lstStyle/>
          <a:p>
            <a:r>
              <a:rPr lang="fr-FR" dirty="0"/>
              <a:t>PROJECT RESILIENCE-ALPHA</a:t>
            </a:r>
          </a:p>
          <a:p>
            <a:r>
              <a:rPr lang="fr-FR" dirty="0"/>
              <a:t>« Tout système finit par tomber. La vraie question : le vôtre </a:t>
            </a:r>
            <a:r>
              <a:rPr lang="fr-FR" dirty="0" err="1"/>
              <a:t>saura-t-il</a:t>
            </a:r>
            <a:r>
              <a:rPr lang="fr-FR" dirty="0"/>
              <a:t> se relever seul ? »</a:t>
            </a:r>
          </a:p>
        </p:txBody>
      </p:sp>
      <p:sp>
        <p:nvSpPr>
          <p:cNvPr id="4" name="Espace réservé du numéro de diapositive 3">
            <a:extLst>
              <a:ext uri="{FF2B5EF4-FFF2-40B4-BE49-F238E27FC236}">
                <a16:creationId xmlns:a16="http://schemas.microsoft.com/office/drawing/2014/main" id="{B0C6C312-30CF-2E6C-BA5C-6C97D93FA78E}"/>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2</a:t>
            </a:fld>
            <a:endParaRPr lang="fr-FR"/>
          </a:p>
        </p:txBody>
      </p:sp>
    </p:spTree>
    <p:extLst>
      <p:ext uri="{BB962C8B-B14F-4D97-AF65-F5344CB8AC3E}">
        <p14:creationId xmlns:p14="http://schemas.microsoft.com/office/powerpoint/2010/main" val="22830855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FAF0E9-4062-FB4D-E948-E6401C2EC91E}"/>
              </a:ext>
            </a:extLst>
          </p:cNvPr>
          <p:cNvSpPr>
            <a:spLocks noGrp="1" noRot="1" noMove="1" noResize="1" noEditPoints="1" noAdjustHandles="1" noChangeArrowheads="1" noChangeShapeType="1"/>
          </p:cNvSpPr>
          <p:nvPr>
            <p:ph type="title"/>
          </p:nvPr>
        </p:nvSpPr>
        <p:spPr>
          <a:xfrm>
            <a:off x="838200" y="365125"/>
            <a:ext cx="10515600" cy="882000"/>
          </a:xfrm>
        </p:spPr>
        <p:txBody>
          <a:bodyPr anchor="ctr">
            <a:normAutofit/>
          </a:bodyPr>
          <a:lstStyle/>
          <a:p>
            <a:r>
              <a:rPr lang="fr-FR" dirty="0"/>
              <a:t>Le défi en un coup d'œil</a:t>
            </a:r>
          </a:p>
        </p:txBody>
      </p:sp>
      <p:sp>
        <p:nvSpPr>
          <p:cNvPr id="3" name="Espace réservé du numéro de diapositive 2">
            <a:extLst>
              <a:ext uri="{FF2B5EF4-FFF2-40B4-BE49-F238E27FC236}">
                <a16:creationId xmlns:a16="http://schemas.microsoft.com/office/drawing/2014/main" id="{FA6AA024-E6B2-BEE4-3EEC-27D00DD7BED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a:bodyPr>
          <a:lstStyle/>
          <a:p>
            <a:pPr>
              <a:spcAft>
                <a:spcPts val="600"/>
              </a:spcAft>
            </a:pPr>
            <a:fld id="{7AE2D55B-A4E3-4C84-95F3-069B4A0B514D}" type="slidenum">
              <a:rPr lang="fr-FR" smtClean="0"/>
              <a:pPr>
                <a:spcAft>
                  <a:spcPts val="600"/>
                </a:spcAft>
              </a:pPr>
              <a:t>3</a:t>
            </a:fld>
            <a:endParaRPr lang="fr-FR"/>
          </a:p>
        </p:txBody>
      </p:sp>
      <p:sp>
        <p:nvSpPr>
          <p:cNvPr id="5" name="Espace réservé du contenu 4">
            <a:extLst>
              <a:ext uri="{FF2B5EF4-FFF2-40B4-BE49-F238E27FC236}">
                <a16:creationId xmlns:a16="http://schemas.microsoft.com/office/drawing/2014/main" id="{D6D1D996-AF78-2E33-4D03-879719943FD6}"/>
              </a:ext>
            </a:extLst>
          </p:cNvPr>
          <p:cNvSpPr>
            <a:spLocks noGrp="1" noRot="1" noMove="1" noResize="1" noEditPoints="1" noAdjustHandles="1" noChangeArrowheads="1" noChangeShapeType="1"/>
          </p:cNvSpPr>
          <p:nvPr>
            <p:ph idx="1"/>
          </p:nvPr>
        </p:nvSpPr>
        <p:spPr>
          <a:xfrm>
            <a:off x="838200" y="1381119"/>
            <a:ext cx="5162550" cy="4220405"/>
          </a:xfrm>
        </p:spPr>
        <p:txBody>
          <a:bodyPr>
            <a:normAutofit/>
          </a:bodyPr>
          <a:lstStyle/>
          <a:p>
            <a:r>
              <a:rPr lang="fr-FR" sz="1100" b="1" dirty="0"/>
              <a:t>A. Contexte</a:t>
            </a:r>
          </a:p>
          <a:p>
            <a:r>
              <a:rPr lang="fr-FR" sz="1100" dirty="0"/>
              <a:t>Automne 2026. Une plateforme de paiement subit des incidents à répétition. Chaque fois, les équipes la relancent à la main, avec des interventions lentes et impossibles à reproduire. La Direction Nationale de la Sûreté Numérique lance PROJECT RESILIENCE-ALPHA. Votre mission : prouver qu’un système critique peut encaisser une attaque et se rétablir sans intervention humaine.</a:t>
            </a:r>
          </a:p>
          <a:p>
            <a:r>
              <a:rPr lang="fr-FR" sz="1100" b="1" dirty="0"/>
              <a:t>B. Le défi</a:t>
            </a:r>
          </a:p>
          <a:p>
            <a:pPr lvl="0"/>
            <a:r>
              <a:rPr lang="fr-FR" sz="1100" dirty="0"/>
              <a:t>Un SI de paiement fictif conteneurisé (front, API, authentification, base de données) sur un PC Hôte</a:t>
            </a:r>
          </a:p>
          <a:p>
            <a:pPr lvl="0"/>
            <a:r>
              <a:rPr lang="fr-FR" sz="1100" dirty="0"/>
              <a:t>Une attaque réelle lancée depuis un PC Attaquant distinct</a:t>
            </a:r>
          </a:p>
          <a:p>
            <a:pPr lvl="0"/>
            <a:r>
              <a:rPr lang="fr-FR" sz="1100" dirty="0"/>
              <a:t>Une détection par machine </a:t>
            </a:r>
            <a:r>
              <a:rPr lang="fr-FR" sz="1100" dirty="0" err="1"/>
              <a:t>learning</a:t>
            </a:r>
            <a:r>
              <a:rPr lang="fr-FR" sz="1100" dirty="0"/>
              <a:t>, et non par de simples seuils fixes</a:t>
            </a:r>
          </a:p>
          <a:p>
            <a:pPr lvl="0"/>
            <a:r>
              <a:rPr lang="fr-FR" sz="1100" dirty="0"/>
              <a:t>Une remédiation automatique, avec une preuve : une nouvelle transaction réussit après l’incident</a:t>
            </a:r>
          </a:p>
          <a:p>
            <a:pPr lvl="0"/>
            <a:r>
              <a:rPr lang="fr-FR" sz="1100" dirty="0"/>
              <a:t>5 piliers à interconnecter : DEV, INFRA, IA/DATA, CYBER, TRANSFORMATION</a:t>
            </a:r>
          </a:p>
          <a:p>
            <a:pPr lvl="0"/>
            <a:r>
              <a:rPr lang="fr-FR" sz="1100" dirty="0"/>
              <a:t>Toute intervention humaine pendant la démo donne 0/5 sur l’axe remédiation</a:t>
            </a:r>
          </a:p>
        </p:txBody>
      </p:sp>
      <p:pic>
        <p:nvPicPr>
          <p:cNvPr id="7" name="Espace réservé du contenu 6">
            <a:extLst>
              <a:ext uri="{FF2B5EF4-FFF2-40B4-BE49-F238E27FC236}">
                <a16:creationId xmlns:a16="http://schemas.microsoft.com/office/drawing/2014/main" id="{7D01A105-02B4-5C52-7B96-1B675E747DA2}"/>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rcRect t="5907" r="-3" b="12341"/>
          <a:stretch>
            <a:fillRect/>
          </a:stretch>
        </p:blipFill>
        <p:spPr>
          <a:xfrm>
            <a:off x="6191250" y="1381119"/>
            <a:ext cx="5162550" cy="4220405"/>
          </a:xfrm>
          <a:prstGeom prst="rect">
            <a:avLst/>
          </a:prstGeom>
          <a:noFill/>
        </p:spPr>
      </p:pic>
    </p:spTree>
    <p:extLst>
      <p:ext uri="{BB962C8B-B14F-4D97-AF65-F5344CB8AC3E}">
        <p14:creationId xmlns:p14="http://schemas.microsoft.com/office/powerpoint/2010/main" val="2755797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A304F5-0A79-F460-B5C5-48EC616E8371}"/>
              </a:ext>
            </a:extLst>
          </p:cNvPr>
          <p:cNvSpPr>
            <a:spLocks noGrp="1"/>
          </p:cNvSpPr>
          <p:nvPr>
            <p:ph type="title"/>
          </p:nvPr>
        </p:nvSpPr>
        <p:spPr/>
        <p:txBody>
          <a:bodyPr/>
          <a:lstStyle/>
          <a:p>
            <a:r>
              <a:rPr lang="fr-FR" dirty="0"/>
              <a:t>Techniquement</a:t>
            </a:r>
          </a:p>
        </p:txBody>
      </p:sp>
      <p:sp>
        <p:nvSpPr>
          <p:cNvPr id="3" name="Espace réservé du numéro de diapositive 2">
            <a:extLst>
              <a:ext uri="{FF2B5EF4-FFF2-40B4-BE49-F238E27FC236}">
                <a16:creationId xmlns:a16="http://schemas.microsoft.com/office/drawing/2014/main" id="{5A0379C6-2011-2709-A14C-CE0CE94746C1}"/>
              </a:ext>
            </a:extLst>
          </p:cNvPr>
          <p:cNvSpPr>
            <a:spLocks noGrp="1"/>
          </p:cNvSpPr>
          <p:nvPr>
            <p:ph type="sldNum" sz="quarter" idx="12"/>
          </p:nvPr>
        </p:nvSpPr>
        <p:spPr/>
        <p:txBody>
          <a:bodyPr/>
          <a:lstStyle/>
          <a:p>
            <a:fld id="{7AE2D55B-A4E3-4C84-95F3-069B4A0B514D}" type="slidenum">
              <a:rPr lang="fr-FR" smtClean="0"/>
              <a:t>4</a:t>
            </a:fld>
            <a:endParaRPr lang="fr-FR"/>
          </a:p>
        </p:txBody>
      </p:sp>
      <p:sp>
        <p:nvSpPr>
          <p:cNvPr id="4" name="Sous-titre 3">
            <a:extLst>
              <a:ext uri="{FF2B5EF4-FFF2-40B4-BE49-F238E27FC236}">
                <a16:creationId xmlns:a16="http://schemas.microsoft.com/office/drawing/2014/main" id="{67D6A606-ABA4-3200-4542-08BFB6D1DD69}"/>
              </a:ext>
            </a:extLst>
          </p:cNvPr>
          <p:cNvSpPr>
            <a:spLocks noGrp="1"/>
          </p:cNvSpPr>
          <p:nvPr>
            <p:ph type="subTitle" idx="13"/>
          </p:nvPr>
        </p:nvSpPr>
        <p:spPr/>
        <p:txBody>
          <a:bodyPr>
            <a:normAutofit lnSpcReduction="10000"/>
          </a:bodyPr>
          <a:lstStyle/>
          <a:p>
            <a:endParaRPr lang="fr-FR" dirty="0"/>
          </a:p>
        </p:txBody>
      </p:sp>
      <p:sp>
        <p:nvSpPr>
          <p:cNvPr id="5" name="Espace réservé du contenu 4">
            <a:extLst>
              <a:ext uri="{FF2B5EF4-FFF2-40B4-BE49-F238E27FC236}">
                <a16:creationId xmlns:a16="http://schemas.microsoft.com/office/drawing/2014/main" id="{6549C4FA-A8E3-6331-00F2-9866BB371C22}"/>
              </a:ext>
            </a:extLst>
          </p:cNvPr>
          <p:cNvSpPr>
            <a:spLocks noGrp="1"/>
          </p:cNvSpPr>
          <p:nvPr>
            <p:ph idx="15"/>
          </p:nvPr>
        </p:nvSpPr>
        <p:spPr/>
        <p:txBody>
          <a:bodyPr/>
          <a:lstStyle/>
          <a:p>
            <a:pPr lvl="0"/>
            <a:r>
              <a:rPr lang="fr-FR" b="1" dirty="0"/>
              <a:t>DEV</a:t>
            </a:r>
            <a:r>
              <a:rPr lang="fr-FR" dirty="0"/>
              <a:t> : </a:t>
            </a:r>
            <a:r>
              <a:rPr lang="fr-FR" dirty="0" err="1"/>
              <a:t>microservices</a:t>
            </a:r>
            <a:r>
              <a:rPr lang="fr-FR" dirty="0"/>
              <a:t> (Node.js, Python/</a:t>
            </a:r>
            <a:r>
              <a:rPr lang="fr-FR" dirty="0" err="1"/>
              <a:t>FastAPI</a:t>
            </a:r>
            <a:r>
              <a:rPr lang="fr-FR" dirty="0"/>
              <a:t> ou Go), API REST ou </a:t>
            </a:r>
            <a:r>
              <a:rPr lang="fr-FR" dirty="0" err="1"/>
              <a:t>gRPC</a:t>
            </a:r>
            <a:r>
              <a:rPr lang="fr-FR" dirty="0"/>
              <a:t>, moteur de remédiation, </a:t>
            </a:r>
            <a:r>
              <a:rPr lang="fr-FR" dirty="0" err="1"/>
              <a:t>dashboard</a:t>
            </a:r>
            <a:r>
              <a:rPr lang="fr-FR" dirty="0"/>
              <a:t> </a:t>
            </a:r>
            <a:r>
              <a:rPr lang="fr-FR" dirty="0" err="1"/>
              <a:t>React</a:t>
            </a:r>
            <a:r>
              <a:rPr lang="fr-FR" dirty="0"/>
              <a:t> + </a:t>
            </a:r>
            <a:r>
              <a:rPr lang="fr-FR" dirty="0" err="1"/>
              <a:t>Tailwind</a:t>
            </a:r>
            <a:endParaRPr lang="fr-FR" dirty="0"/>
          </a:p>
          <a:p>
            <a:pPr lvl="0"/>
            <a:r>
              <a:rPr lang="fr-FR" b="1" dirty="0"/>
              <a:t>INFRA</a:t>
            </a:r>
            <a:r>
              <a:rPr lang="fr-FR" dirty="0"/>
              <a:t> : Docker Compose, </a:t>
            </a:r>
            <a:r>
              <a:rPr lang="fr-FR" dirty="0" err="1"/>
              <a:t>playbooks</a:t>
            </a:r>
            <a:r>
              <a:rPr lang="fr-FR" dirty="0"/>
              <a:t> Ansible, observabilité Prometheus / </a:t>
            </a:r>
            <a:r>
              <a:rPr lang="fr-FR" dirty="0" err="1"/>
              <a:t>Grafana</a:t>
            </a:r>
            <a:r>
              <a:rPr lang="fr-FR" dirty="0"/>
              <a:t> / Loki</a:t>
            </a:r>
          </a:p>
          <a:p>
            <a:pPr lvl="0"/>
            <a:r>
              <a:rPr lang="fr-FR" b="1" dirty="0"/>
              <a:t>IA / DATA</a:t>
            </a:r>
            <a:r>
              <a:rPr lang="fr-FR" dirty="0"/>
              <a:t> : détection d’anomalies par machine </a:t>
            </a:r>
            <a:r>
              <a:rPr lang="fr-FR" dirty="0" err="1"/>
              <a:t>learning</a:t>
            </a:r>
            <a:r>
              <a:rPr lang="fr-FR" dirty="0"/>
              <a:t>, assistant RAG local avec </a:t>
            </a:r>
            <a:r>
              <a:rPr lang="fr-FR" dirty="0" err="1"/>
              <a:t>Ollama</a:t>
            </a:r>
            <a:r>
              <a:rPr lang="fr-FR" dirty="0"/>
              <a:t> + </a:t>
            </a:r>
            <a:r>
              <a:rPr lang="fr-FR" dirty="0" err="1"/>
              <a:t>LangChain</a:t>
            </a:r>
            <a:r>
              <a:rPr lang="fr-FR" dirty="0"/>
              <a:t> (modèle de 8 milliards de paramètres maximum)</a:t>
            </a:r>
          </a:p>
          <a:p>
            <a:pPr lvl="0"/>
            <a:r>
              <a:rPr lang="fr-FR" b="1" dirty="0"/>
              <a:t>CYBER</a:t>
            </a:r>
            <a:r>
              <a:rPr lang="fr-FR" dirty="0"/>
              <a:t> : attaque Red Team, WAF, SIEM, durcissement, gestion des secrets (Vault ou SOPS)</a:t>
            </a:r>
          </a:p>
          <a:p>
            <a:pPr lvl="0"/>
            <a:r>
              <a:rPr lang="fr-FR" b="1" dirty="0"/>
              <a:t>TRANSFORMATION</a:t>
            </a:r>
            <a:r>
              <a:rPr lang="fr-FR" dirty="0"/>
              <a:t> : analyse de risques (EBIOS RM), plans de continuité et de reprise (PCA/PRA), conformité NIS2/DORA, recommandations à la direction</a:t>
            </a:r>
          </a:p>
        </p:txBody>
      </p:sp>
      <p:sp>
        <p:nvSpPr>
          <p:cNvPr id="6" name="Espace réservé du contenu 5">
            <a:extLst>
              <a:ext uri="{FF2B5EF4-FFF2-40B4-BE49-F238E27FC236}">
                <a16:creationId xmlns:a16="http://schemas.microsoft.com/office/drawing/2014/main" id="{330DC331-5D9B-CF53-2607-E8B9FA776F21}"/>
              </a:ext>
            </a:extLst>
          </p:cNvPr>
          <p:cNvSpPr>
            <a:spLocks noGrp="1"/>
          </p:cNvSpPr>
          <p:nvPr>
            <p:ph idx="16"/>
          </p:nvPr>
        </p:nvSpPr>
        <p:spPr/>
        <p:txBody>
          <a:bodyPr/>
          <a:lstStyle/>
          <a:p>
            <a:r>
              <a:rPr lang="fr-FR" b="1" dirty="0"/>
              <a:t>INSTALLEZ VOTRE LABO DÈS AUJOURD’HUI</a:t>
            </a:r>
            <a:endParaRPr lang="fr-FR" dirty="0"/>
          </a:p>
          <a:p>
            <a:pPr lvl="0"/>
            <a:r>
              <a:rPr lang="fr-FR" b="1" dirty="0"/>
              <a:t>PC Hôte :</a:t>
            </a:r>
            <a:r>
              <a:rPr lang="fr-FR" dirty="0"/>
              <a:t> il fait tourner la plateforme (Docker Desktop + WSL2, 16 Go de RAM minimum)</a:t>
            </a:r>
          </a:p>
          <a:p>
            <a:pPr lvl="0"/>
            <a:r>
              <a:rPr lang="fr-FR" b="1" dirty="0"/>
              <a:t>PC Attaquant : </a:t>
            </a:r>
            <a:r>
              <a:rPr lang="fr-FR" dirty="0"/>
              <a:t>un poste distinct, qui lance les attaques</a:t>
            </a:r>
          </a:p>
          <a:p>
            <a:pPr lvl="0"/>
            <a:r>
              <a:rPr lang="fr-FR" b="1" dirty="0"/>
              <a:t>PC IA (facultatif) : </a:t>
            </a:r>
            <a:r>
              <a:rPr lang="fr-FR" dirty="0"/>
              <a:t>il héberge uniquement le modèle de langage</a:t>
            </a:r>
          </a:p>
          <a:p>
            <a:pPr lvl="0"/>
            <a:r>
              <a:rPr lang="fr-FR" b="1" dirty="0"/>
              <a:t>Réseau : </a:t>
            </a:r>
            <a:r>
              <a:rPr lang="fr-FR" dirty="0"/>
              <a:t>point d’accès mobile Windows « RESILIENCE-G&lt;n&gt; »</a:t>
            </a:r>
          </a:p>
          <a:p>
            <a:pPr lvl="0"/>
            <a:endParaRPr lang="fr-FR" dirty="0"/>
          </a:p>
          <a:p>
            <a:pPr lvl="0"/>
            <a:r>
              <a:rPr lang="fr-FR" b="1" dirty="0"/>
              <a:t>⚠ Votre système de paiement, c’est vous qui le codez : aucune solution de paiement existante.</a:t>
            </a:r>
          </a:p>
        </p:txBody>
      </p:sp>
    </p:spTree>
    <p:extLst>
      <p:ext uri="{BB962C8B-B14F-4D97-AF65-F5344CB8AC3E}">
        <p14:creationId xmlns:p14="http://schemas.microsoft.com/office/powerpoint/2010/main" val="3776301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EE0D2F-4691-3C12-B131-CB303BBBBBDC}"/>
              </a:ext>
            </a:extLst>
          </p:cNvPr>
          <p:cNvSpPr>
            <a:spLocks noGrp="1" noRot="1" noMove="1" noResize="1" noEditPoints="1" noAdjustHandles="1" noChangeArrowheads="1" noChangeShapeType="1"/>
          </p:cNvSpPr>
          <p:nvPr>
            <p:ph type="title"/>
          </p:nvPr>
        </p:nvSpPr>
        <p:spPr/>
        <p:txBody>
          <a:bodyPr/>
          <a:lstStyle/>
          <a:p>
            <a:r>
              <a:rPr lang="fr-FR" dirty="0"/>
              <a:t>Planning</a:t>
            </a:r>
          </a:p>
        </p:txBody>
      </p:sp>
      <p:sp>
        <p:nvSpPr>
          <p:cNvPr id="3" name="Espace réservé du numéro de diapositive 2">
            <a:extLst>
              <a:ext uri="{FF2B5EF4-FFF2-40B4-BE49-F238E27FC236}">
                <a16:creationId xmlns:a16="http://schemas.microsoft.com/office/drawing/2014/main" id="{9423E086-2E68-C9BB-C190-2DE0ABFBCD17}"/>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5</a:t>
            </a:fld>
            <a:endParaRPr lang="fr-FR"/>
          </a:p>
        </p:txBody>
      </p:sp>
      <p:sp>
        <p:nvSpPr>
          <p:cNvPr id="4" name="Espace réservé du contenu 3">
            <a:extLst>
              <a:ext uri="{FF2B5EF4-FFF2-40B4-BE49-F238E27FC236}">
                <a16:creationId xmlns:a16="http://schemas.microsoft.com/office/drawing/2014/main" id="{3321C2A3-DFB4-5504-7BFB-4D42BAB6D3D5}"/>
              </a:ext>
            </a:extLst>
          </p:cNvPr>
          <p:cNvSpPr>
            <a:spLocks noGrp="1" noRot="1" noMove="1" noResize="1" noEditPoints="1" noAdjustHandles="1" noChangeArrowheads="1" noChangeShapeType="1"/>
          </p:cNvSpPr>
          <p:nvPr>
            <p:ph idx="1"/>
          </p:nvPr>
        </p:nvSpPr>
        <p:spPr/>
        <p:txBody>
          <a:bodyPr/>
          <a:lstStyle/>
          <a:p>
            <a:r>
              <a:rPr lang="fr-FR" dirty="0"/>
              <a:t>Présentation du sujet + constitution des consortiums + installation des postes et du réseau</a:t>
            </a:r>
          </a:p>
        </p:txBody>
      </p:sp>
      <p:sp>
        <p:nvSpPr>
          <p:cNvPr id="5" name="Espace réservé du contenu 4">
            <a:extLst>
              <a:ext uri="{FF2B5EF4-FFF2-40B4-BE49-F238E27FC236}">
                <a16:creationId xmlns:a16="http://schemas.microsoft.com/office/drawing/2014/main" id="{3FCD3A44-DACD-E4B9-3D98-455633D16618}"/>
              </a:ext>
            </a:extLst>
          </p:cNvPr>
          <p:cNvSpPr>
            <a:spLocks noGrp="1" noRot="1" noMove="1" noResize="1" noEditPoints="1" noAdjustHandles="1" noChangeArrowheads="1" noChangeShapeType="1"/>
          </p:cNvSpPr>
          <p:nvPr>
            <p:ph idx="18"/>
          </p:nvPr>
        </p:nvSpPr>
        <p:spPr/>
        <p:txBody>
          <a:bodyPr/>
          <a:lstStyle/>
          <a:p>
            <a:r>
              <a:rPr lang="fr-FR" dirty="0"/>
              <a:t>Architecture + analyse de risques EBIOS, validées par les coachs</a:t>
            </a:r>
          </a:p>
        </p:txBody>
      </p:sp>
      <p:sp>
        <p:nvSpPr>
          <p:cNvPr id="6" name="Espace réservé du contenu 5">
            <a:extLst>
              <a:ext uri="{FF2B5EF4-FFF2-40B4-BE49-F238E27FC236}">
                <a16:creationId xmlns:a16="http://schemas.microsoft.com/office/drawing/2014/main" id="{DA091022-C24B-294F-D15F-A9C442EF8DA0}"/>
              </a:ext>
            </a:extLst>
          </p:cNvPr>
          <p:cNvSpPr>
            <a:spLocks noGrp="1" noRot="1" noMove="1" noResize="1" noEditPoints="1" noAdjustHandles="1" noChangeArrowheads="1" noChangeShapeType="1"/>
          </p:cNvSpPr>
          <p:nvPr>
            <p:ph idx="19"/>
          </p:nvPr>
        </p:nvSpPr>
        <p:spPr/>
        <p:txBody>
          <a:bodyPr/>
          <a:lstStyle/>
          <a:p>
            <a:r>
              <a:rPr lang="fr-FR" dirty="0"/>
              <a:t>Déploiement Docker Compose + Ansible + premiers </a:t>
            </a:r>
            <a:r>
              <a:rPr lang="fr-FR" dirty="0" err="1"/>
              <a:t>microservices</a:t>
            </a:r>
            <a:endParaRPr lang="fr-FR" dirty="0"/>
          </a:p>
        </p:txBody>
      </p:sp>
      <p:sp>
        <p:nvSpPr>
          <p:cNvPr id="7" name="Espace réservé du contenu 6">
            <a:extLst>
              <a:ext uri="{FF2B5EF4-FFF2-40B4-BE49-F238E27FC236}">
                <a16:creationId xmlns:a16="http://schemas.microsoft.com/office/drawing/2014/main" id="{D2774A86-C453-9175-5F0D-40F49CC24E16}"/>
              </a:ext>
            </a:extLst>
          </p:cNvPr>
          <p:cNvSpPr>
            <a:spLocks noGrp="1" noRot="1" noMove="1" noResize="1" noEditPoints="1" noAdjustHandles="1" noChangeArrowheads="1" noChangeShapeType="1"/>
          </p:cNvSpPr>
          <p:nvPr>
            <p:ph idx="20"/>
          </p:nvPr>
        </p:nvSpPr>
        <p:spPr/>
        <p:txBody>
          <a:bodyPr/>
          <a:lstStyle/>
          <a:p>
            <a:r>
              <a:rPr lang="fr-FR" dirty="0"/>
              <a:t>Modèle ML + scripts d’attaque + dossier NIS2/DORA</a:t>
            </a:r>
          </a:p>
        </p:txBody>
      </p:sp>
      <p:sp>
        <p:nvSpPr>
          <p:cNvPr id="8" name="Espace réservé du contenu 7">
            <a:extLst>
              <a:ext uri="{FF2B5EF4-FFF2-40B4-BE49-F238E27FC236}">
                <a16:creationId xmlns:a16="http://schemas.microsoft.com/office/drawing/2014/main" id="{7B34F9A7-4AE3-D535-9E33-3776613E1E45}"/>
              </a:ext>
            </a:extLst>
          </p:cNvPr>
          <p:cNvSpPr>
            <a:spLocks noGrp="1" noRot="1" noMove="1" noResize="1" noEditPoints="1" noAdjustHandles="1" noChangeArrowheads="1" noChangeShapeType="1"/>
          </p:cNvSpPr>
          <p:nvPr>
            <p:ph idx="21"/>
          </p:nvPr>
        </p:nvSpPr>
        <p:spPr/>
        <p:txBody>
          <a:bodyPr/>
          <a:lstStyle/>
          <a:p>
            <a:r>
              <a:rPr lang="fr-FR" dirty="0"/>
              <a:t>Intégration WAF/SIEM + branchement de la détection</a:t>
            </a:r>
          </a:p>
        </p:txBody>
      </p:sp>
      <p:sp>
        <p:nvSpPr>
          <p:cNvPr id="9" name="Espace réservé du contenu 8">
            <a:extLst>
              <a:ext uri="{FF2B5EF4-FFF2-40B4-BE49-F238E27FC236}">
                <a16:creationId xmlns:a16="http://schemas.microsoft.com/office/drawing/2014/main" id="{4710A3BE-0086-75D0-9223-6700AE7662E4}"/>
              </a:ext>
            </a:extLst>
          </p:cNvPr>
          <p:cNvSpPr>
            <a:spLocks noGrp="1" noRot="1" noMove="1" noResize="1" noEditPoints="1" noAdjustHandles="1" noChangeArrowheads="1" noChangeShapeType="1"/>
          </p:cNvSpPr>
          <p:nvPr>
            <p:ph idx="22"/>
          </p:nvPr>
        </p:nvSpPr>
        <p:spPr/>
        <p:txBody>
          <a:bodyPr/>
          <a:lstStyle/>
          <a:p>
            <a:r>
              <a:rPr lang="fr-FR" dirty="0"/>
              <a:t>Remédiation + </a:t>
            </a:r>
            <a:r>
              <a:rPr lang="fr-FR" dirty="0" err="1"/>
              <a:t>dashboard</a:t>
            </a:r>
            <a:r>
              <a:rPr lang="fr-FR" dirty="0"/>
              <a:t> + premiers tests de reprise</a:t>
            </a:r>
          </a:p>
        </p:txBody>
      </p:sp>
      <p:sp>
        <p:nvSpPr>
          <p:cNvPr id="10" name="Espace réservé du contenu 9">
            <a:extLst>
              <a:ext uri="{FF2B5EF4-FFF2-40B4-BE49-F238E27FC236}">
                <a16:creationId xmlns:a16="http://schemas.microsoft.com/office/drawing/2014/main" id="{4F2F4D84-4663-47B2-CC1B-A10E85341BE6}"/>
              </a:ext>
            </a:extLst>
          </p:cNvPr>
          <p:cNvSpPr>
            <a:spLocks noGrp="1" noRot="1" noMove="1" noResize="1" noEditPoints="1" noAdjustHandles="1" noChangeArrowheads="1" noChangeShapeType="1"/>
          </p:cNvSpPr>
          <p:nvPr>
            <p:ph idx="23"/>
          </p:nvPr>
        </p:nvSpPr>
        <p:spPr/>
        <p:txBody>
          <a:bodyPr/>
          <a:lstStyle/>
          <a:p>
            <a:r>
              <a:rPr lang="fr-FR" dirty="0"/>
              <a:t>Chaos engineering : injection de défaillances et recette</a:t>
            </a:r>
          </a:p>
        </p:txBody>
      </p:sp>
      <p:sp>
        <p:nvSpPr>
          <p:cNvPr id="11" name="Espace réservé du contenu 10">
            <a:extLst>
              <a:ext uri="{FF2B5EF4-FFF2-40B4-BE49-F238E27FC236}">
                <a16:creationId xmlns:a16="http://schemas.microsoft.com/office/drawing/2014/main" id="{76B41B33-422D-E0F9-A1C4-582420D50D60}"/>
              </a:ext>
            </a:extLst>
          </p:cNvPr>
          <p:cNvSpPr>
            <a:spLocks noGrp="1" noRot="1" noMove="1" noResize="1" noEditPoints="1" noAdjustHandles="1" noChangeArrowheads="1" noChangeShapeType="1"/>
          </p:cNvSpPr>
          <p:nvPr>
            <p:ph idx="24"/>
          </p:nvPr>
        </p:nvSpPr>
        <p:spPr/>
        <p:txBody>
          <a:bodyPr/>
          <a:lstStyle/>
          <a:p>
            <a:r>
              <a:rPr lang="fr-FR" dirty="0"/>
              <a:t>Tournage du Clip Chrono, gel du code à 17 h, rendus avant 23 h 59</a:t>
            </a:r>
          </a:p>
        </p:txBody>
      </p:sp>
      <p:sp>
        <p:nvSpPr>
          <p:cNvPr id="12" name="Espace réservé du contenu 11">
            <a:extLst>
              <a:ext uri="{FF2B5EF4-FFF2-40B4-BE49-F238E27FC236}">
                <a16:creationId xmlns:a16="http://schemas.microsoft.com/office/drawing/2014/main" id="{813A1F49-3D22-AEAE-8F11-CB4F30603226}"/>
              </a:ext>
            </a:extLst>
          </p:cNvPr>
          <p:cNvSpPr>
            <a:spLocks noGrp="1" noRot="1" noMove="1" noResize="1" noEditPoints="1" noAdjustHandles="1" noChangeArrowheads="1" noChangeShapeType="1"/>
          </p:cNvSpPr>
          <p:nvPr>
            <p:ph idx="25"/>
          </p:nvPr>
        </p:nvSpPr>
        <p:spPr/>
        <p:txBody>
          <a:bodyPr/>
          <a:lstStyle/>
          <a:p>
            <a:r>
              <a:rPr lang="fr-FR" dirty="0"/>
              <a:t>Soutenance locale (selon l’organisation du campus)</a:t>
            </a:r>
          </a:p>
        </p:txBody>
      </p:sp>
      <p:sp>
        <p:nvSpPr>
          <p:cNvPr id="13" name="Espace réservé du contenu 12">
            <a:extLst>
              <a:ext uri="{FF2B5EF4-FFF2-40B4-BE49-F238E27FC236}">
                <a16:creationId xmlns:a16="http://schemas.microsoft.com/office/drawing/2014/main" id="{75982571-AABF-E6D2-64F4-C53DB715F3C8}"/>
              </a:ext>
            </a:extLst>
          </p:cNvPr>
          <p:cNvSpPr>
            <a:spLocks noGrp="1" noRot="1" noMove="1" noResize="1" noEditPoints="1" noAdjustHandles="1" noChangeArrowheads="1" noChangeShapeType="1"/>
          </p:cNvSpPr>
          <p:nvPr>
            <p:ph idx="26"/>
          </p:nvPr>
        </p:nvSpPr>
        <p:spPr/>
        <p:txBody>
          <a:bodyPr/>
          <a:lstStyle/>
          <a:p>
            <a:r>
              <a:rPr lang="fr-FR" dirty="0"/>
              <a:t>Soutenance locale (selon l’organisation du campus)</a:t>
            </a:r>
          </a:p>
        </p:txBody>
      </p:sp>
      <p:sp>
        <p:nvSpPr>
          <p:cNvPr id="14" name="Espace réservé du texte 13">
            <a:extLst>
              <a:ext uri="{FF2B5EF4-FFF2-40B4-BE49-F238E27FC236}">
                <a16:creationId xmlns:a16="http://schemas.microsoft.com/office/drawing/2014/main" id="{64B4EA27-ABA3-50B4-017D-D6C0F453C450}"/>
              </a:ext>
            </a:extLst>
          </p:cNvPr>
          <p:cNvSpPr>
            <a:spLocks noGrp="1" noRot="1" noMove="1" noResize="1" noEditPoints="1" noAdjustHandles="1" noChangeArrowheads="1" noChangeShapeType="1"/>
          </p:cNvSpPr>
          <p:nvPr>
            <p:ph type="body" sz="quarter" idx="27"/>
          </p:nvPr>
        </p:nvSpPr>
        <p:spPr/>
        <p:txBody>
          <a:bodyPr>
            <a:normAutofit fontScale="85000" lnSpcReduction="20000"/>
          </a:bodyPr>
          <a:lstStyle/>
          <a:p>
            <a:pPr lvl="0">
              <a:lnSpc>
                <a:spcPct val="100000"/>
              </a:lnSpc>
              <a:spcBef>
                <a:spcPts val="0"/>
              </a:spcBef>
              <a:defRPr/>
            </a:pPr>
            <a:r>
              <a:rPr lang="fr-FR" dirty="0">
                <a:latin typeface="Montserrat Bold" pitchFamily="2" charset="0"/>
              </a:rPr>
              <a:t>Règles :</a:t>
            </a:r>
          </a:p>
          <a:p>
            <a:pPr lvl="0">
              <a:spcBef>
                <a:spcPts val="0"/>
              </a:spcBef>
              <a:defRPr/>
            </a:pPr>
            <a:r>
              <a:rPr lang="fr-FR" dirty="0"/>
              <a:t>Émargement suivant le campus.</a:t>
            </a:r>
          </a:p>
          <a:p>
            <a:pPr lvl="0"/>
            <a:r>
              <a:rPr lang="fr-FR" dirty="0"/>
              <a:t>Présence obligatoire aux soutenances et à la finale nationale.</a:t>
            </a:r>
          </a:p>
          <a:p>
            <a:pPr lvl="0"/>
            <a:r>
              <a:rPr lang="fr-FR" dirty="0"/>
              <a:t>Propreté des locaux mis à disposition et rangement de la salle.</a:t>
            </a:r>
          </a:p>
          <a:p>
            <a:pPr lvl="0">
              <a:spcBef>
                <a:spcPts val="0"/>
              </a:spcBef>
              <a:defRPr/>
            </a:pPr>
            <a:endParaRPr lang="fr-FR" dirty="0"/>
          </a:p>
          <a:p>
            <a:endParaRPr lang="fr-FR" dirty="0"/>
          </a:p>
        </p:txBody>
      </p:sp>
    </p:spTree>
    <p:extLst>
      <p:ext uri="{BB962C8B-B14F-4D97-AF65-F5344CB8AC3E}">
        <p14:creationId xmlns:p14="http://schemas.microsoft.com/office/powerpoint/2010/main" val="1829911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09EBA1-F143-065F-E848-49027520FC15}"/>
              </a:ext>
            </a:extLst>
          </p:cNvPr>
          <p:cNvSpPr>
            <a:spLocks noGrp="1" noRot="1" noMove="1" noResize="1" noEditPoints="1" noAdjustHandles="1" noChangeArrowheads="1" noChangeShapeType="1"/>
          </p:cNvSpPr>
          <p:nvPr>
            <p:ph type="title"/>
          </p:nvPr>
        </p:nvSpPr>
        <p:spPr/>
        <p:txBody>
          <a:bodyPr/>
          <a:lstStyle/>
          <a:p>
            <a:r>
              <a:rPr lang="fr-FR" dirty="0"/>
              <a:t>Livrables attendus</a:t>
            </a:r>
          </a:p>
        </p:txBody>
      </p:sp>
      <p:sp>
        <p:nvSpPr>
          <p:cNvPr id="3" name="Espace réservé du contenu 2">
            <a:extLst>
              <a:ext uri="{FF2B5EF4-FFF2-40B4-BE49-F238E27FC236}">
                <a16:creationId xmlns:a16="http://schemas.microsoft.com/office/drawing/2014/main" id="{A157F832-8530-1D91-78EB-DA474ADFFA47}"/>
              </a:ext>
            </a:extLst>
          </p:cNvPr>
          <p:cNvSpPr>
            <a:spLocks noGrp="1" noRot="1" noMove="1" noResize="1" noEditPoints="1" noAdjustHandles="1" noChangeArrowheads="1" noChangeShapeType="1"/>
          </p:cNvSpPr>
          <p:nvPr>
            <p:ph idx="1"/>
          </p:nvPr>
        </p:nvSpPr>
        <p:spPr/>
        <p:txBody>
          <a:bodyPr/>
          <a:lstStyle/>
          <a:p>
            <a:endParaRPr lang="fr-FR" i="1" dirty="0"/>
          </a:p>
          <a:p>
            <a:endParaRPr lang="fr-FR" i="1" dirty="0"/>
          </a:p>
          <a:p>
            <a:endParaRPr lang="fr-FR" i="1" dirty="0"/>
          </a:p>
          <a:p>
            <a:r>
              <a:rPr lang="fr-FR" i="1" dirty="0"/>
              <a:t>Dossier : Workshop2026-M2-G&lt;n&gt;</a:t>
            </a:r>
            <a:endParaRPr lang="fr-FR" dirty="0"/>
          </a:p>
          <a:p>
            <a:pPr marL="285750" lvl="0" indent="-285750">
              <a:buFont typeface="Wingdings" panose="05000000000000000000" pitchFamily="2" charset="2"/>
              <a:buChar char="q"/>
            </a:pPr>
            <a:r>
              <a:rPr lang="fr-FR" dirty="0"/>
              <a:t>Dossier d’ingénierie et de gouvernance (PDF, 8 à 12 pages hors annexes)</a:t>
            </a:r>
          </a:p>
          <a:p>
            <a:pPr marL="285750" lvl="0" indent="-285750">
              <a:buFont typeface="Wingdings" panose="05000000000000000000" pitchFamily="2" charset="2"/>
              <a:buChar char="q"/>
            </a:pPr>
            <a:r>
              <a:rPr lang="fr-FR" dirty="0"/>
              <a:t>Support de présentation (PPTX)</a:t>
            </a:r>
          </a:p>
          <a:p>
            <a:pPr marL="285750" lvl="0" indent="-285750">
              <a:buFont typeface="Wingdings" panose="05000000000000000000" pitchFamily="2" charset="2"/>
              <a:buChar char="q"/>
            </a:pPr>
            <a:r>
              <a:rPr lang="fr-FR" dirty="0"/>
              <a:t>Clip Chrono : 60 secondes, sans coupe (MP4)</a:t>
            </a:r>
          </a:p>
          <a:p>
            <a:pPr marL="285750" lvl="0" indent="-285750">
              <a:buFont typeface="Wingdings" panose="05000000000000000000" pitchFamily="2" charset="2"/>
              <a:buChar char="q"/>
            </a:pPr>
            <a:r>
              <a:rPr lang="fr-FR" dirty="0"/>
              <a:t>Archive du code source et du déploiement (ZIP, README inclus, aucun secret en clair)</a:t>
            </a:r>
          </a:p>
          <a:p>
            <a:pPr marL="285750" lvl="0" indent="-285750">
              <a:buFont typeface="Wingdings" panose="05000000000000000000" pitchFamily="2" charset="2"/>
              <a:buChar char="q"/>
            </a:pPr>
            <a:r>
              <a:rPr lang="fr-FR" dirty="0"/>
              <a:t>RESILIENCE-ALPHA fonctionnel, en démonstration live</a:t>
            </a:r>
          </a:p>
          <a:p>
            <a:r>
              <a:rPr lang="fr-FR" b="1" i="1" dirty="0"/>
              <a:t>Remise avant jeudi 23 h 59</a:t>
            </a:r>
            <a:endParaRPr lang="fr-FR" b="1" dirty="0"/>
          </a:p>
        </p:txBody>
      </p:sp>
      <p:sp>
        <p:nvSpPr>
          <p:cNvPr id="4" name="Espace réservé du numéro de diapositive 3">
            <a:extLst>
              <a:ext uri="{FF2B5EF4-FFF2-40B4-BE49-F238E27FC236}">
                <a16:creationId xmlns:a16="http://schemas.microsoft.com/office/drawing/2014/main" id="{B7464395-7713-B8DF-1466-90A12FF62B45}"/>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6</a:t>
            </a:fld>
            <a:endParaRPr lang="fr-FR"/>
          </a:p>
        </p:txBody>
      </p:sp>
    </p:spTree>
    <p:extLst>
      <p:ext uri="{BB962C8B-B14F-4D97-AF65-F5344CB8AC3E}">
        <p14:creationId xmlns:p14="http://schemas.microsoft.com/office/powerpoint/2010/main" val="807039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156443-818E-1EBE-EF4E-E5EE2E89369C}"/>
              </a:ext>
            </a:extLst>
          </p:cNvPr>
          <p:cNvSpPr>
            <a:spLocks noGrp="1" noRot="1" noMove="1" noResize="1" noEditPoints="1" noAdjustHandles="1" noChangeArrowheads="1" noChangeShapeType="1"/>
          </p:cNvSpPr>
          <p:nvPr>
            <p:ph type="title"/>
          </p:nvPr>
        </p:nvSpPr>
        <p:spPr/>
        <p:txBody>
          <a:bodyPr/>
          <a:lstStyle/>
          <a:p>
            <a:r>
              <a:rPr lang="fr-FR" dirty="0"/>
              <a:t>Les évaluations</a:t>
            </a:r>
          </a:p>
        </p:txBody>
      </p:sp>
      <p:sp>
        <p:nvSpPr>
          <p:cNvPr id="3" name="Sous-titre 2">
            <a:extLst>
              <a:ext uri="{FF2B5EF4-FFF2-40B4-BE49-F238E27FC236}">
                <a16:creationId xmlns:a16="http://schemas.microsoft.com/office/drawing/2014/main" id="{0EB50662-5959-3462-8BCB-2C956A3BF309}"/>
              </a:ext>
            </a:extLst>
          </p:cNvPr>
          <p:cNvSpPr>
            <a:spLocks noGrp="1" noRot="1" noMove="1" noResize="1" noEditPoints="1" noAdjustHandles="1" noChangeArrowheads="1" noChangeShapeType="1"/>
          </p:cNvSpPr>
          <p:nvPr>
            <p:ph type="subTitle" idx="13"/>
          </p:nvPr>
        </p:nvSpPr>
        <p:spPr/>
        <p:txBody>
          <a:bodyPr>
            <a:normAutofit lnSpcReduction="10000"/>
          </a:bodyPr>
          <a:lstStyle/>
          <a:p>
            <a:r>
              <a:rPr lang="fr-FR" dirty="0"/>
              <a:t>Grille Locale (20pts)					Grille Nationale (70pts)</a:t>
            </a:r>
          </a:p>
        </p:txBody>
      </p:sp>
      <p:graphicFrame>
        <p:nvGraphicFramePr>
          <p:cNvPr id="8" name="Espace réservé du contenu 7">
            <a:extLst>
              <a:ext uri="{FF2B5EF4-FFF2-40B4-BE49-F238E27FC236}">
                <a16:creationId xmlns:a16="http://schemas.microsoft.com/office/drawing/2014/main" id="{14B5718E-5D04-9A30-64C6-33586247B1F8}"/>
              </a:ext>
            </a:extLst>
          </p:cNvPr>
          <p:cNvGraphicFramePr>
            <a:graphicFrameLocks noGrp="1"/>
          </p:cNvGraphicFramePr>
          <p:nvPr>
            <p:ph idx="15"/>
            <p:extLst>
              <p:ext uri="{D42A27DB-BD31-4B8C-83A1-F6EECF244321}">
                <p14:modId xmlns:p14="http://schemas.microsoft.com/office/powerpoint/2010/main" val="575333830"/>
              </p:ext>
            </p:extLst>
          </p:nvPr>
        </p:nvGraphicFramePr>
        <p:xfrm>
          <a:off x="429120" y="1840832"/>
          <a:ext cx="5400000" cy="4503702"/>
        </p:xfrm>
        <a:graphic>
          <a:graphicData uri="http://schemas.openxmlformats.org/drawingml/2006/table">
            <a:tbl>
              <a:tblPr>
                <a:tableStyleId>{C4B1156A-380E-4F78-BDF5-A606A8083BF9}</a:tableStyleId>
              </a:tblPr>
              <a:tblGrid>
                <a:gridCol w="1800000">
                  <a:extLst>
                    <a:ext uri="{9D8B030D-6E8A-4147-A177-3AD203B41FA5}">
                      <a16:colId xmlns:a16="http://schemas.microsoft.com/office/drawing/2014/main" val="3759405180"/>
                    </a:ext>
                  </a:extLst>
                </a:gridCol>
                <a:gridCol w="1080000">
                  <a:extLst>
                    <a:ext uri="{9D8B030D-6E8A-4147-A177-3AD203B41FA5}">
                      <a16:colId xmlns:a16="http://schemas.microsoft.com/office/drawing/2014/main" val="1537710351"/>
                    </a:ext>
                  </a:extLst>
                </a:gridCol>
                <a:gridCol w="2520000">
                  <a:extLst>
                    <a:ext uri="{9D8B030D-6E8A-4147-A177-3AD203B41FA5}">
                      <a16:colId xmlns:a16="http://schemas.microsoft.com/office/drawing/2014/main" val="3987902536"/>
                    </a:ext>
                  </a:extLst>
                </a:gridCol>
              </a:tblGrid>
              <a:tr h="845858">
                <a:tc>
                  <a:txBody>
                    <a:bodyPr/>
                    <a:lstStyle/>
                    <a:p>
                      <a:pPr algn="ctr">
                        <a:buNone/>
                      </a:pPr>
                      <a:r>
                        <a:rPr lang="fr-FR" sz="1200" b="1" dirty="0">
                          <a:solidFill>
                            <a:srgbClr val="261E48"/>
                          </a:solidFill>
                          <a:latin typeface="+mj-lt"/>
                        </a:rPr>
                        <a:t>AXE MAJEUR DE SOUTENANCE LOCALE</a:t>
                      </a:r>
                    </a:p>
                  </a:txBody>
                  <a:tcPr marL="40695" marR="40695" marT="20348" marB="20348" anchor="ctr"/>
                </a:tc>
                <a:tc>
                  <a:txBody>
                    <a:bodyPr/>
                    <a:lstStyle/>
                    <a:p>
                      <a:pPr algn="ctr">
                        <a:buNone/>
                      </a:pPr>
                      <a:r>
                        <a:rPr lang="fr-FR" sz="1200" b="1" dirty="0">
                          <a:solidFill>
                            <a:srgbClr val="261E48"/>
                          </a:solidFill>
                          <a:latin typeface="+mj-lt"/>
                        </a:rPr>
                        <a:t>POINTS</a:t>
                      </a:r>
                    </a:p>
                  </a:txBody>
                  <a:tcPr marL="40695" marR="40695" marT="20348" marB="20348" anchor="ctr"/>
                </a:tc>
                <a:tc>
                  <a:txBody>
                    <a:bodyPr/>
                    <a:lstStyle/>
                    <a:p>
                      <a:pPr algn="ctr">
                        <a:buNone/>
                      </a:pPr>
                      <a:r>
                        <a:rPr lang="fr-FR" sz="1200" b="1" dirty="0">
                          <a:solidFill>
                            <a:srgbClr val="261E48"/>
                          </a:solidFill>
                          <a:latin typeface="+mj-lt"/>
                        </a:rPr>
                        <a:t>INDICATEURS</a:t>
                      </a:r>
                    </a:p>
                  </a:txBody>
                  <a:tcPr marL="40695" marR="40695" marT="20348" marB="20348" anchor="ctr"/>
                </a:tc>
                <a:extLst>
                  <a:ext uri="{0D108BD9-81ED-4DB2-BD59-A6C34878D82A}">
                    <a16:rowId xmlns:a16="http://schemas.microsoft.com/office/drawing/2014/main" val="2285037770"/>
                  </a:ext>
                </a:extLst>
              </a:tr>
              <a:tr h="845858">
                <a:tc>
                  <a:txBody>
                    <a:bodyPr/>
                    <a:lstStyle/>
                    <a:p>
                      <a:pPr>
                        <a:buNone/>
                      </a:pPr>
                      <a:r>
                        <a:rPr lang="fr-FR" sz="1050" dirty="0">
                          <a:solidFill>
                            <a:srgbClr val="261E48"/>
                          </a:solidFill>
                          <a:latin typeface="+mj-lt"/>
                        </a:rPr>
                        <a:t>Axe 1 : Démo live &amp; remédiation autonome</a:t>
                      </a:r>
                    </a:p>
                  </a:txBody>
                  <a:tcPr marL="40695" marR="40695" marT="20348" marB="20348" anchor="ctr"/>
                </a:tc>
                <a:tc>
                  <a:txBody>
                    <a:bodyPr/>
                    <a:lstStyle/>
                    <a:p>
                      <a:pPr algn="ctr">
                        <a:buNone/>
                      </a:pPr>
                      <a:r>
                        <a:rPr lang="fr-FR" sz="1100" dirty="0">
                          <a:solidFill>
                            <a:srgbClr val="261E48"/>
                          </a:solidFill>
                          <a:latin typeface="Montserrat" pitchFamily="2" charset="0"/>
                        </a:rPr>
                        <a:t>5</a:t>
                      </a:r>
                    </a:p>
                  </a:txBody>
                  <a:tcPr marL="40695" marR="40695" marT="20348" marB="20348" anchor="ctr"/>
                </a:tc>
                <a:tc>
                  <a:txBody>
                    <a:bodyPr/>
                    <a:lstStyle/>
                    <a:p>
                      <a:pPr>
                        <a:buNone/>
                      </a:pPr>
                      <a:r>
                        <a:rPr lang="fr-FR" sz="1100" dirty="0">
                          <a:solidFill>
                            <a:srgbClr val="261E48"/>
                          </a:solidFill>
                          <a:latin typeface="Montserrat" pitchFamily="2" charset="0"/>
                        </a:rPr>
                        <a:t>Attaque lancée depuis le PC Attaquant, détection et reprise sans intervention, nouvelle transaction réussie après l’incident</a:t>
                      </a:r>
                    </a:p>
                  </a:txBody>
                  <a:tcPr marL="40695" marR="40695" marT="20348" marB="20348" anchor="ctr"/>
                </a:tc>
                <a:extLst>
                  <a:ext uri="{0D108BD9-81ED-4DB2-BD59-A6C34878D82A}">
                    <a16:rowId xmlns:a16="http://schemas.microsoft.com/office/drawing/2014/main" val="797851542"/>
                  </a:ext>
                </a:extLst>
              </a:tr>
              <a:tr h="845858">
                <a:tc>
                  <a:txBody>
                    <a:bodyPr/>
                    <a:lstStyle/>
                    <a:p>
                      <a:pPr>
                        <a:buNone/>
                      </a:pPr>
                      <a:r>
                        <a:rPr lang="fr-FR" sz="1050" dirty="0">
                          <a:solidFill>
                            <a:srgbClr val="261E48"/>
                          </a:solidFill>
                          <a:latin typeface="+mj-lt"/>
                        </a:rPr>
                        <a:t>Axe 2 : Expertise technique &amp; cohérence des 5 piliers</a:t>
                      </a:r>
                    </a:p>
                  </a:txBody>
                  <a:tcPr marL="40695" marR="40695" marT="20348" marB="20348" anchor="ctr"/>
                </a:tc>
                <a:tc>
                  <a:txBody>
                    <a:bodyPr/>
                    <a:lstStyle/>
                    <a:p>
                      <a:pPr algn="ctr">
                        <a:buNone/>
                      </a:pPr>
                      <a:r>
                        <a:rPr lang="fr-FR" sz="1100" dirty="0">
                          <a:solidFill>
                            <a:srgbClr val="261E48"/>
                          </a:solidFill>
                          <a:latin typeface="Montserrat" pitchFamily="2" charset="0"/>
                        </a:rPr>
                        <a:t>4</a:t>
                      </a:r>
                    </a:p>
                  </a:txBody>
                  <a:tcPr marL="40695" marR="40695" marT="20348" marB="20348" anchor="ctr"/>
                </a:tc>
                <a:tc>
                  <a:txBody>
                    <a:bodyPr/>
                    <a:lstStyle/>
                    <a:p>
                      <a:pPr>
                        <a:buNone/>
                      </a:pPr>
                      <a:r>
                        <a:rPr lang="fr-FR" sz="1100" dirty="0">
                          <a:solidFill>
                            <a:srgbClr val="261E48"/>
                          </a:solidFill>
                          <a:latin typeface="Montserrat" pitchFamily="2" charset="0"/>
                        </a:rPr>
                        <a:t>Les 5 piliers présents et réellement interconnectés, ML branché sur la remédiation, accès du moteur de remédiation maîtrisés</a:t>
                      </a:r>
                    </a:p>
                  </a:txBody>
                  <a:tcPr marL="40695" marR="40695" marT="20348" marB="20348" anchor="ctr"/>
                </a:tc>
                <a:extLst>
                  <a:ext uri="{0D108BD9-81ED-4DB2-BD59-A6C34878D82A}">
                    <a16:rowId xmlns:a16="http://schemas.microsoft.com/office/drawing/2014/main" val="1702290158"/>
                  </a:ext>
                </a:extLst>
              </a:tr>
              <a:tr h="528662">
                <a:tc>
                  <a:txBody>
                    <a:bodyPr/>
                    <a:lstStyle/>
                    <a:p>
                      <a:pPr>
                        <a:buNone/>
                      </a:pPr>
                      <a:r>
                        <a:rPr lang="fr-FR" sz="1050" dirty="0">
                          <a:solidFill>
                            <a:srgbClr val="261E48"/>
                          </a:solidFill>
                          <a:latin typeface="+mj-lt"/>
                        </a:rPr>
                        <a:t>Axe 3 : Clip Chrono &amp; </a:t>
                      </a:r>
                      <a:r>
                        <a:rPr lang="fr-FR" sz="1050" dirty="0" err="1">
                          <a:solidFill>
                            <a:srgbClr val="261E48"/>
                          </a:solidFill>
                          <a:latin typeface="+mj-lt"/>
                        </a:rPr>
                        <a:t>dashboard</a:t>
                      </a:r>
                      <a:endParaRPr lang="fr-FR" sz="1050" dirty="0">
                        <a:solidFill>
                          <a:srgbClr val="261E48"/>
                        </a:solidFill>
                        <a:latin typeface="+mj-lt"/>
                      </a:endParaRPr>
                    </a:p>
                  </a:txBody>
                  <a:tcPr marL="40695" marR="40695" marT="20348" marB="20348" anchor="ctr"/>
                </a:tc>
                <a:tc>
                  <a:txBody>
                    <a:bodyPr/>
                    <a:lstStyle/>
                    <a:p>
                      <a:pPr algn="ctr">
                        <a:buNone/>
                      </a:pPr>
                      <a:r>
                        <a:rPr lang="fr-FR" sz="1100" dirty="0">
                          <a:solidFill>
                            <a:srgbClr val="261E48"/>
                          </a:solidFill>
                          <a:latin typeface="Montserrat" pitchFamily="2" charset="0"/>
                        </a:rPr>
                        <a:t>4</a:t>
                      </a:r>
                    </a:p>
                  </a:txBody>
                  <a:tcPr marL="40695" marR="40695" marT="20348" marB="20348" anchor="ctr"/>
                </a:tc>
                <a:tc>
                  <a:txBody>
                    <a:bodyPr/>
                    <a:lstStyle/>
                    <a:p>
                      <a:pPr>
                        <a:buNone/>
                      </a:pPr>
                      <a:r>
                        <a:rPr lang="fr-FR" sz="1100" dirty="0">
                          <a:solidFill>
                            <a:srgbClr val="261E48"/>
                          </a:solidFill>
                          <a:latin typeface="Montserrat" pitchFamily="2" charset="0"/>
                        </a:rPr>
                        <a:t>60 s en continu et sans coupe, état du service visible avant, pendant et après l’incident</a:t>
                      </a:r>
                    </a:p>
                  </a:txBody>
                  <a:tcPr marL="40695" marR="40695" marT="20348" marB="20348" anchor="ctr"/>
                </a:tc>
                <a:extLst>
                  <a:ext uri="{0D108BD9-81ED-4DB2-BD59-A6C34878D82A}">
                    <a16:rowId xmlns:a16="http://schemas.microsoft.com/office/drawing/2014/main" val="1076901199"/>
                  </a:ext>
                </a:extLst>
              </a:tr>
              <a:tr h="687261">
                <a:tc>
                  <a:txBody>
                    <a:bodyPr/>
                    <a:lstStyle/>
                    <a:p>
                      <a:pPr>
                        <a:buNone/>
                      </a:pPr>
                      <a:r>
                        <a:rPr lang="fr-FR" sz="1050" dirty="0">
                          <a:solidFill>
                            <a:srgbClr val="261E48"/>
                          </a:solidFill>
                          <a:latin typeface="+mj-lt"/>
                        </a:rPr>
                        <a:t>Axe 4 : Gouvernance, NIS2/DORA &amp; pitch</a:t>
                      </a:r>
                    </a:p>
                  </a:txBody>
                  <a:tcPr marL="40695" marR="40695" marT="20348" marB="20348" anchor="ctr"/>
                </a:tc>
                <a:tc>
                  <a:txBody>
                    <a:bodyPr/>
                    <a:lstStyle/>
                    <a:p>
                      <a:pPr algn="ctr">
                        <a:buNone/>
                      </a:pPr>
                      <a:r>
                        <a:rPr lang="fr-FR" sz="1100" dirty="0">
                          <a:solidFill>
                            <a:srgbClr val="261E48"/>
                          </a:solidFill>
                          <a:latin typeface="Montserrat" pitchFamily="2" charset="0"/>
                        </a:rPr>
                        <a:t>4</a:t>
                      </a:r>
                    </a:p>
                  </a:txBody>
                  <a:tcPr marL="40695" marR="40695" marT="20348" marB="20348" anchor="ctr"/>
                </a:tc>
                <a:tc>
                  <a:txBody>
                    <a:bodyPr/>
                    <a:lstStyle/>
                    <a:p>
                      <a:pPr>
                        <a:buNone/>
                      </a:pPr>
                      <a:r>
                        <a:rPr lang="fr-FR" sz="1100" dirty="0">
                          <a:solidFill>
                            <a:srgbClr val="261E48"/>
                          </a:solidFill>
                          <a:latin typeface="Montserrat" pitchFamily="2" charset="0"/>
                        </a:rPr>
                        <a:t>EBIOS et PCA/PRA reliés à l’architecture réelle, recommandations argumentées, 5 min respectées</a:t>
                      </a:r>
                    </a:p>
                  </a:txBody>
                  <a:tcPr marL="40695" marR="40695" marT="20348" marB="20348" anchor="ctr"/>
                </a:tc>
                <a:extLst>
                  <a:ext uri="{0D108BD9-81ED-4DB2-BD59-A6C34878D82A}">
                    <a16:rowId xmlns:a16="http://schemas.microsoft.com/office/drawing/2014/main" val="268119910"/>
                  </a:ext>
                </a:extLst>
              </a:tr>
              <a:tr h="687261">
                <a:tc>
                  <a:txBody>
                    <a:bodyPr/>
                    <a:lstStyle/>
                    <a:p>
                      <a:pPr>
                        <a:buNone/>
                      </a:pPr>
                      <a:r>
                        <a:rPr lang="fr-FR" sz="1050" dirty="0">
                          <a:solidFill>
                            <a:srgbClr val="261E48"/>
                          </a:solidFill>
                          <a:latin typeface="+mj-lt"/>
                        </a:rPr>
                        <a:t>Axe 5 : Dossier technique &amp; Q&amp;A</a:t>
                      </a:r>
                    </a:p>
                  </a:txBody>
                  <a:tcPr marL="40695" marR="40695" marT="20348" marB="20348" anchor="ctr"/>
                </a:tc>
                <a:tc>
                  <a:txBody>
                    <a:bodyPr/>
                    <a:lstStyle/>
                    <a:p>
                      <a:pPr algn="ctr">
                        <a:buNone/>
                      </a:pPr>
                      <a:r>
                        <a:rPr lang="fr-FR" sz="1100" dirty="0">
                          <a:solidFill>
                            <a:srgbClr val="261E48"/>
                          </a:solidFill>
                          <a:latin typeface="Montserrat" pitchFamily="2" charset="0"/>
                        </a:rPr>
                        <a:t>3</a:t>
                      </a:r>
                    </a:p>
                  </a:txBody>
                  <a:tcPr marL="40695" marR="40695" marT="20348" marB="20348" anchor="ctr"/>
                </a:tc>
                <a:tc>
                  <a:txBody>
                    <a:bodyPr/>
                    <a:lstStyle/>
                    <a:p>
                      <a:pPr>
                        <a:buNone/>
                      </a:pPr>
                      <a:r>
                        <a:rPr lang="fr-FR" sz="1100" dirty="0">
                          <a:solidFill>
                            <a:srgbClr val="261E48"/>
                          </a:solidFill>
                          <a:latin typeface="Montserrat" pitchFamily="2" charset="0"/>
                        </a:rPr>
                        <a:t>Dossier précis, contribution de chacun visible, maîtrise du code présenté, y compris celui généré par IA</a:t>
                      </a:r>
                    </a:p>
                  </a:txBody>
                  <a:tcPr marL="40695" marR="40695" marT="20348" marB="20348" anchor="ctr"/>
                </a:tc>
                <a:extLst>
                  <a:ext uri="{0D108BD9-81ED-4DB2-BD59-A6C34878D82A}">
                    <a16:rowId xmlns:a16="http://schemas.microsoft.com/office/drawing/2014/main" val="3565020860"/>
                  </a:ext>
                </a:extLst>
              </a:tr>
            </a:tbl>
          </a:graphicData>
        </a:graphic>
      </p:graphicFrame>
      <p:graphicFrame>
        <p:nvGraphicFramePr>
          <p:cNvPr id="10" name="Espace réservé du contenu 9">
            <a:extLst>
              <a:ext uri="{FF2B5EF4-FFF2-40B4-BE49-F238E27FC236}">
                <a16:creationId xmlns:a16="http://schemas.microsoft.com/office/drawing/2014/main" id="{8773ADD0-7BA7-FE25-DC7B-4DC5E6385BC6}"/>
              </a:ext>
            </a:extLst>
          </p:cNvPr>
          <p:cNvGraphicFramePr>
            <a:graphicFrameLocks noGrp="1"/>
          </p:cNvGraphicFramePr>
          <p:nvPr>
            <p:ph idx="16"/>
            <p:extLst>
              <p:ext uri="{D42A27DB-BD31-4B8C-83A1-F6EECF244321}">
                <p14:modId xmlns:p14="http://schemas.microsoft.com/office/powerpoint/2010/main" val="35909324"/>
              </p:ext>
            </p:extLst>
          </p:nvPr>
        </p:nvGraphicFramePr>
        <p:xfrm>
          <a:off x="6362882" y="1840832"/>
          <a:ext cx="5400000" cy="4411922"/>
        </p:xfrm>
        <a:graphic>
          <a:graphicData uri="http://schemas.openxmlformats.org/drawingml/2006/table">
            <a:tbl>
              <a:tblPr>
                <a:tableStyleId>{C4B1156A-380E-4F78-BDF5-A606A8083BF9}</a:tableStyleId>
              </a:tblPr>
              <a:tblGrid>
                <a:gridCol w="1800000">
                  <a:extLst>
                    <a:ext uri="{9D8B030D-6E8A-4147-A177-3AD203B41FA5}">
                      <a16:colId xmlns:a16="http://schemas.microsoft.com/office/drawing/2014/main" val="1078987609"/>
                    </a:ext>
                  </a:extLst>
                </a:gridCol>
                <a:gridCol w="1080000">
                  <a:extLst>
                    <a:ext uri="{9D8B030D-6E8A-4147-A177-3AD203B41FA5}">
                      <a16:colId xmlns:a16="http://schemas.microsoft.com/office/drawing/2014/main" val="1363181236"/>
                    </a:ext>
                  </a:extLst>
                </a:gridCol>
                <a:gridCol w="2520000">
                  <a:extLst>
                    <a:ext uri="{9D8B030D-6E8A-4147-A177-3AD203B41FA5}">
                      <a16:colId xmlns:a16="http://schemas.microsoft.com/office/drawing/2014/main" val="4128460963"/>
                    </a:ext>
                  </a:extLst>
                </a:gridCol>
              </a:tblGrid>
              <a:tr h="817022">
                <a:tc>
                  <a:txBody>
                    <a:bodyPr/>
                    <a:lstStyle/>
                    <a:p>
                      <a:pPr algn="ctr">
                        <a:buNone/>
                      </a:pPr>
                      <a:r>
                        <a:rPr lang="fr-FR" sz="1200" b="1" kern="1200" dirty="0">
                          <a:solidFill>
                            <a:srgbClr val="261E48"/>
                          </a:solidFill>
                          <a:latin typeface="+mj-lt"/>
                          <a:ea typeface="+mn-ea"/>
                          <a:cs typeface="+mn-cs"/>
                        </a:rPr>
                        <a:t>AXE MAJEUR DE SOUTENANCE NATIONALE</a:t>
                      </a:r>
                    </a:p>
                  </a:txBody>
                  <a:tcPr marL="40695" marR="40695" marT="20348" marB="20348" anchor="ctr"/>
                </a:tc>
                <a:tc>
                  <a:txBody>
                    <a:bodyPr/>
                    <a:lstStyle/>
                    <a:p>
                      <a:pPr algn="ctr">
                        <a:buNone/>
                      </a:pPr>
                      <a:r>
                        <a:rPr lang="fr-FR" sz="1200" b="1" dirty="0">
                          <a:solidFill>
                            <a:srgbClr val="261E48"/>
                          </a:solidFill>
                          <a:latin typeface="+mj-lt"/>
                        </a:rPr>
                        <a:t>POINTS</a:t>
                      </a:r>
                    </a:p>
                  </a:txBody>
                  <a:tcPr marL="40695" marR="40695" marT="20348" marB="20348" anchor="ctr"/>
                </a:tc>
                <a:tc>
                  <a:txBody>
                    <a:bodyPr/>
                    <a:lstStyle/>
                    <a:p>
                      <a:pPr algn="ctr">
                        <a:buNone/>
                      </a:pPr>
                      <a:r>
                        <a:rPr lang="fr-FR" sz="1200" b="1" dirty="0">
                          <a:solidFill>
                            <a:srgbClr val="261E48"/>
                          </a:solidFill>
                          <a:latin typeface="+mj-lt"/>
                        </a:rPr>
                        <a:t>INDICATEURS</a:t>
                      </a:r>
                    </a:p>
                  </a:txBody>
                  <a:tcPr marL="40695" marR="40695" marT="20348" marB="20348" anchor="ctr"/>
                </a:tc>
                <a:extLst>
                  <a:ext uri="{0D108BD9-81ED-4DB2-BD59-A6C34878D82A}">
                    <a16:rowId xmlns:a16="http://schemas.microsoft.com/office/drawing/2014/main" val="1693072437"/>
                  </a:ext>
                </a:extLst>
              </a:tr>
              <a:tr h="817022">
                <a:tc>
                  <a:txBody>
                    <a:bodyPr/>
                    <a:lstStyle/>
                    <a:p>
                      <a:pPr>
                        <a:buNone/>
                      </a:pPr>
                      <a:r>
                        <a:rPr lang="fr-FR" sz="1100" dirty="0">
                          <a:solidFill>
                            <a:srgbClr val="261E48"/>
                          </a:solidFill>
                          <a:latin typeface="+mj-lt"/>
                        </a:rPr>
                        <a:t>Démonstration en direct</a:t>
                      </a:r>
                    </a:p>
                  </a:txBody>
                  <a:tcPr marL="40695" marR="40695" marT="20348" marB="20348" anchor="ctr"/>
                </a:tc>
                <a:tc>
                  <a:txBody>
                    <a:bodyPr/>
                    <a:lstStyle/>
                    <a:p>
                      <a:pPr algn="ctr">
                        <a:buNone/>
                      </a:pPr>
                      <a:r>
                        <a:rPr lang="fr-FR" sz="1100" dirty="0">
                          <a:solidFill>
                            <a:srgbClr val="261E48"/>
                          </a:solidFill>
                          <a:latin typeface="Montserrat" pitchFamily="2" charset="0"/>
                        </a:rPr>
                        <a:t>25</a:t>
                      </a:r>
                    </a:p>
                  </a:txBody>
                  <a:tcPr marL="40695" marR="40695" marT="20348" marB="20348" anchor="ctr"/>
                </a:tc>
                <a:tc>
                  <a:txBody>
                    <a:bodyPr/>
                    <a:lstStyle/>
                    <a:p>
                      <a:pPr>
                        <a:buNone/>
                      </a:pPr>
                      <a:r>
                        <a:rPr lang="fr-FR" sz="1100" dirty="0">
                          <a:solidFill>
                            <a:srgbClr val="261E48"/>
                          </a:solidFill>
                          <a:latin typeface="Montserrat" pitchFamily="2" charset="0"/>
                        </a:rPr>
                        <a:t>Attaque et reprise automatique montrées en live en 3 min, depuis le PC Hôte</a:t>
                      </a:r>
                    </a:p>
                  </a:txBody>
                  <a:tcPr marL="40695" marR="40695" marT="20348" marB="20348" anchor="ctr"/>
                </a:tc>
                <a:extLst>
                  <a:ext uri="{0D108BD9-81ED-4DB2-BD59-A6C34878D82A}">
                    <a16:rowId xmlns:a16="http://schemas.microsoft.com/office/drawing/2014/main" val="2679770114"/>
                  </a:ext>
                </a:extLst>
              </a:tr>
              <a:tr h="817022">
                <a:tc>
                  <a:txBody>
                    <a:bodyPr/>
                    <a:lstStyle/>
                    <a:p>
                      <a:pPr>
                        <a:buNone/>
                      </a:pPr>
                      <a:r>
                        <a:rPr lang="fr-FR" sz="1100" dirty="0">
                          <a:solidFill>
                            <a:srgbClr val="261E48"/>
                          </a:solidFill>
                          <a:latin typeface="+mj-lt"/>
                        </a:rPr>
                        <a:t>Clip Chrono</a:t>
                      </a:r>
                    </a:p>
                  </a:txBody>
                  <a:tcPr marL="40695" marR="40695" marT="20348" marB="20348" anchor="ctr"/>
                </a:tc>
                <a:tc>
                  <a:txBody>
                    <a:bodyPr/>
                    <a:lstStyle/>
                    <a:p>
                      <a:pPr algn="ctr">
                        <a:buNone/>
                      </a:pPr>
                      <a:r>
                        <a:rPr lang="fr-FR" sz="1100" dirty="0">
                          <a:solidFill>
                            <a:srgbClr val="261E48"/>
                          </a:solidFill>
                          <a:latin typeface="Montserrat" pitchFamily="2" charset="0"/>
                        </a:rPr>
                        <a:t>15</a:t>
                      </a:r>
                    </a:p>
                  </a:txBody>
                  <a:tcPr marL="40695" marR="40695" marT="20348" marB="20348" anchor="ctr"/>
                </a:tc>
                <a:tc>
                  <a:txBody>
                    <a:bodyPr/>
                    <a:lstStyle/>
                    <a:p>
                      <a:pPr>
                        <a:buNone/>
                      </a:pPr>
                      <a:r>
                        <a:rPr lang="fr-FR" sz="1100" dirty="0">
                          <a:solidFill>
                            <a:srgbClr val="261E48"/>
                          </a:solidFill>
                          <a:latin typeface="Montserrat" pitchFamily="2" charset="0"/>
                        </a:rPr>
                        <a:t>Séquence continue attaque, détection, reprise, vérification, lisible à distance</a:t>
                      </a:r>
                    </a:p>
                  </a:txBody>
                  <a:tcPr marL="40695" marR="40695" marT="20348" marB="20348" anchor="ctr"/>
                </a:tc>
                <a:extLst>
                  <a:ext uri="{0D108BD9-81ED-4DB2-BD59-A6C34878D82A}">
                    <a16:rowId xmlns:a16="http://schemas.microsoft.com/office/drawing/2014/main" val="3412374466"/>
                  </a:ext>
                </a:extLst>
              </a:tr>
              <a:tr h="817022">
                <a:tc>
                  <a:txBody>
                    <a:bodyPr/>
                    <a:lstStyle/>
                    <a:p>
                      <a:pPr>
                        <a:buNone/>
                      </a:pPr>
                      <a:r>
                        <a:rPr lang="fr-FR" sz="1100" dirty="0">
                          <a:solidFill>
                            <a:srgbClr val="261E48"/>
                          </a:solidFill>
                          <a:latin typeface="+mj-lt"/>
                        </a:rPr>
                        <a:t>Pitch stratégique</a:t>
                      </a:r>
                    </a:p>
                  </a:txBody>
                  <a:tcPr marL="40695" marR="40695" marT="20348" marB="20348" anchor="ctr"/>
                </a:tc>
                <a:tc>
                  <a:txBody>
                    <a:bodyPr/>
                    <a:lstStyle/>
                    <a:p>
                      <a:pPr algn="ctr">
                        <a:buNone/>
                      </a:pPr>
                      <a:r>
                        <a:rPr lang="fr-FR" sz="1100" dirty="0">
                          <a:solidFill>
                            <a:srgbClr val="261E48"/>
                          </a:solidFill>
                          <a:latin typeface="Montserrat" pitchFamily="2" charset="0"/>
                        </a:rPr>
                        <a:t>10</a:t>
                      </a:r>
                    </a:p>
                  </a:txBody>
                  <a:tcPr marL="40695" marR="40695" marT="20348" marB="20348" anchor="ctr"/>
                </a:tc>
                <a:tc>
                  <a:txBody>
                    <a:bodyPr/>
                    <a:lstStyle/>
                    <a:p>
                      <a:pPr>
                        <a:buNone/>
                      </a:pPr>
                      <a:r>
                        <a:rPr lang="fr-FR" sz="1100" dirty="0">
                          <a:solidFill>
                            <a:srgbClr val="261E48"/>
                          </a:solidFill>
                          <a:latin typeface="Montserrat" pitchFamily="2" charset="0"/>
                        </a:rPr>
                        <a:t>Démarche claire en 1 min, introduction individuelle</a:t>
                      </a:r>
                    </a:p>
                  </a:txBody>
                  <a:tcPr marL="40695" marR="40695" marT="20348" marB="20348" anchor="ctr"/>
                </a:tc>
                <a:extLst>
                  <a:ext uri="{0D108BD9-81ED-4DB2-BD59-A6C34878D82A}">
                    <a16:rowId xmlns:a16="http://schemas.microsoft.com/office/drawing/2014/main" val="1357739122"/>
                  </a:ext>
                </a:extLst>
              </a:tr>
              <a:tr h="571917">
                <a:tc>
                  <a:txBody>
                    <a:bodyPr/>
                    <a:lstStyle/>
                    <a:p>
                      <a:pPr>
                        <a:buNone/>
                      </a:pPr>
                      <a:r>
                        <a:rPr lang="fr-FR" sz="1100" dirty="0">
                          <a:solidFill>
                            <a:srgbClr val="261E48"/>
                          </a:solidFill>
                          <a:latin typeface="+mj-lt"/>
                        </a:rPr>
                        <a:t>Expertise technique &amp; architecture</a:t>
                      </a:r>
                    </a:p>
                  </a:txBody>
                  <a:tcPr marL="40695" marR="40695" marT="20348" marB="20348" anchor="ctr"/>
                </a:tc>
                <a:tc>
                  <a:txBody>
                    <a:bodyPr/>
                    <a:lstStyle/>
                    <a:p>
                      <a:pPr algn="ctr">
                        <a:buNone/>
                      </a:pPr>
                      <a:r>
                        <a:rPr lang="fr-FR" sz="1100" dirty="0">
                          <a:solidFill>
                            <a:srgbClr val="261E48"/>
                          </a:solidFill>
                          <a:latin typeface="Montserrat" pitchFamily="2" charset="0"/>
                        </a:rPr>
                        <a:t>10</a:t>
                      </a:r>
                    </a:p>
                  </a:txBody>
                  <a:tcPr marL="40695" marR="40695" marT="20348" marB="20348" anchor="ctr"/>
                </a:tc>
                <a:tc>
                  <a:txBody>
                    <a:bodyPr/>
                    <a:lstStyle/>
                    <a:p>
                      <a:pPr>
                        <a:buNone/>
                      </a:pPr>
                      <a:r>
                        <a:rPr lang="fr-FR" sz="1100" dirty="0">
                          <a:solidFill>
                            <a:srgbClr val="261E48"/>
                          </a:solidFill>
                          <a:latin typeface="Montserrat" pitchFamily="2" charset="0"/>
                        </a:rPr>
                        <a:t>Chaîne cohérente de bout en bout, choix techniques justifiés</a:t>
                      </a:r>
                    </a:p>
                  </a:txBody>
                  <a:tcPr marL="40695" marR="40695" marT="20348" marB="20348" anchor="ctr"/>
                </a:tc>
                <a:extLst>
                  <a:ext uri="{0D108BD9-81ED-4DB2-BD59-A6C34878D82A}">
                    <a16:rowId xmlns:a16="http://schemas.microsoft.com/office/drawing/2014/main" val="1085218912"/>
                  </a:ext>
                </a:extLst>
              </a:tr>
              <a:tr h="571917">
                <a:tc>
                  <a:txBody>
                    <a:bodyPr/>
                    <a:lstStyle/>
                    <a:p>
                      <a:pPr>
                        <a:buNone/>
                      </a:pPr>
                      <a:r>
                        <a:rPr lang="fr-FR" sz="1100" dirty="0">
                          <a:solidFill>
                            <a:srgbClr val="261E48"/>
                          </a:solidFill>
                          <a:latin typeface="+mj-lt"/>
                        </a:rPr>
                        <a:t>Gouvernance &amp; conformité</a:t>
                      </a:r>
                    </a:p>
                  </a:txBody>
                  <a:tcPr marL="40695" marR="40695" marT="20348" marB="20348" anchor="ctr"/>
                </a:tc>
                <a:tc>
                  <a:txBody>
                    <a:bodyPr/>
                    <a:lstStyle/>
                    <a:p>
                      <a:pPr algn="ctr">
                        <a:buNone/>
                      </a:pPr>
                      <a:r>
                        <a:rPr lang="fr-FR" sz="1100" dirty="0">
                          <a:solidFill>
                            <a:srgbClr val="261E48"/>
                          </a:solidFill>
                          <a:latin typeface="Montserrat" pitchFamily="2" charset="0"/>
                        </a:rPr>
                        <a:t>10</a:t>
                      </a:r>
                    </a:p>
                  </a:txBody>
                  <a:tcPr marL="40695" marR="40695" marT="20348" marB="20348" anchor="ctr"/>
                </a:tc>
                <a:tc>
                  <a:txBody>
                    <a:bodyPr/>
                    <a:lstStyle/>
                    <a:p>
                      <a:pPr>
                        <a:buNone/>
                      </a:pPr>
                      <a:r>
                        <a:rPr lang="fr-FR" sz="1100" dirty="0">
                          <a:solidFill>
                            <a:srgbClr val="261E48"/>
                          </a:solidFill>
                          <a:latin typeface="Montserrat" pitchFamily="2" charset="0"/>
                        </a:rPr>
                        <a:t>Risques, PCA/PRA et NIS2/DORA reliés au démonstrateur</a:t>
                      </a:r>
                    </a:p>
                  </a:txBody>
                  <a:tcPr marL="40695" marR="40695" marT="20348" marB="20348" anchor="ctr"/>
                </a:tc>
                <a:extLst>
                  <a:ext uri="{0D108BD9-81ED-4DB2-BD59-A6C34878D82A}">
                    <a16:rowId xmlns:a16="http://schemas.microsoft.com/office/drawing/2014/main" val="2463107762"/>
                  </a:ext>
                </a:extLst>
              </a:tr>
            </a:tbl>
          </a:graphicData>
        </a:graphic>
      </p:graphicFrame>
      <p:sp>
        <p:nvSpPr>
          <p:cNvPr id="6" name="Espace réservé du numéro de diapositive 5">
            <a:extLst>
              <a:ext uri="{FF2B5EF4-FFF2-40B4-BE49-F238E27FC236}">
                <a16:creationId xmlns:a16="http://schemas.microsoft.com/office/drawing/2014/main" id="{5547A8A5-D873-C823-70C9-5B44972B6A42}"/>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7</a:t>
            </a:fld>
            <a:endParaRPr lang="fr-FR"/>
          </a:p>
        </p:txBody>
      </p:sp>
    </p:spTree>
    <p:extLst>
      <p:ext uri="{BB962C8B-B14F-4D97-AF65-F5344CB8AC3E}">
        <p14:creationId xmlns:p14="http://schemas.microsoft.com/office/powerpoint/2010/main" val="3783561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DC153B-A088-D809-32E2-DE7BF1D4452D}"/>
              </a:ext>
            </a:extLst>
          </p:cNvPr>
          <p:cNvSpPr>
            <a:spLocks noGrp="1" noRot="1" noMove="1" noResize="1" noEditPoints="1" noAdjustHandles="1" noChangeArrowheads="1" noChangeShapeType="1"/>
          </p:cNvSpPr>
          <p:nvPr>
            <p:ph type="ctrTitle"/>
          </p:nvPr>
        </p:nvSpPr>
        <p:spPr/>
        <p:txBody>
          <a:bodyPr/>
          <a:lstStyle/>
          <a:p>
            <a:pPr algn="ctr"/>
            <a:r>
              <a:rPr lang="fr-FR" dirty="0"/>
              <a:t>A VOUS DE JOUER !</a:t>
            </a:r>
          </a:p>
        </p:txBody>
      </p:sp>
      <p:sp>
        <p:nvSpPr>
          <p:cNvPr id="3" name="Sous-titre 2">
            <a:extLst>
              <a:ext uri="{FF2B5EF4-FFF2-40B4-BE49-F238E27FC236}">
                <a16:creationId xmlns:a16="http://schemas.microsoft.com/office/drawing/2014/main" id="{30FE48B0-46FD-9519-A103-BD7750D957D9}"/>
              </a:ext>
            </a:extLst>
          </p:cNvPr>
          <p:cNvSpPr>
            <a:spLocks noGrp="1" noRot="1" noMove="1" noResize="1" noEditPoints="1" noAdjustHandles="1" noChangeArrowheads="1" noChangeShapeType="1"/>
          </p:cNvSpPr>
          <p:nvPr>
            <p:ph type="subTitle" idx="1"/>
          </p:nvPr>
        </p:nvSpPr>
        <p:spPr/>
        <p:txBody>
          <a:bodyPr/>
          <a:lstStyle/>
          <a:p>
            <a:r>
              <a:rPr lang="fr-FR" dirty="0"/>
              <a:t>« RESILIENCE-ALPHA est lancé. Attaquez votre propre système, laissez-le se défendre, et prouvez qu’il se relève seul. Rendez-vous vendredi. »</a:t>
            </a:r>
          </a:p>
        </p:txBody>
      </p:sp>
      <p:sp>
        <p:nvSpPr>
          <p:cNvPr id="4" name="Espace réservé du numéro de diapositive 3">
            <a:extLst>
              <a:ext uri="{FF2B5EF4-FFF2-40B4-BE49-F238E27FC236}">
                <a16:creationId xmlns:a16="http://schemas.microsoft.com/office/drawing/2014/main" id="{39DE4AD4-C6B8-63C8-A5D1-8ED76334FB9A}"/>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8</a:t>
            </a:fld>
            <a:endParaRPr lang="fr-FR"/>
          </a:p>
        </p:txBody>
      </p:sp>
    </p:spTree>
    <p:extLst>
      <p:ext uri="{BB962C8B-B14F-4D97-AF65-F5344CB8AC3E}">
        <p14:creationId xmlns:p14="http://schemas.microsoft.com/office/powerpoint/2010/main" val="3429768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86C1FA-27A2-FD76-12EC-947E05BB216D}"/>
              </a:ext>
            </a:extLst>
          </p:cNvPr>
          <p:cNvSpPr>
            <a:spLocks noGrp="1" noRot="1" noMove="1" noResize="1" noEditPoints="1" noAdjustHandles="1" noChangeArrowheads="1" noChangeShapeType="1"/>
          </p:cNvSpPr>
          <p:nvPr>
            <p:ph type="title"/>
          </p:nvPr>
        </p:nvSpPr>
        <p:spPr/>
        <p:txBody>
          <a:bodyPr/>
          <a:lstStyle/>
          <a:p>
            <a:r>
              <a:rPr lang="fr-FR" dirty="0"/>
              <a:t>Charte graphique</a:t>
            </a:r>
          </a:p>
        </p:txBody>
      </p:sp>
      <p:sp>
        <p:nvSpPr>
          <p:cNvPr id="3" name="Sous-titre 2">
            <a:extLst>
              <a:ext uri="{FF2B5EF4-FFF2-40B4-BE49-F238E27FC236}">
                <a16:creationId xmlns:a16="http://schemas.microsoft.com/office/drawing/2014/main" id="{DB392CDB-BEAA-2C33-0D91-CA9C2AA83248}"/>
              </a:ext>
            </a:extLst>
          </p:cNvPr>
          <p:cNvSpPr>
            <a:spLocks noGrp="1" noRot="1" noMove="1" noResize="1" noEditPoints="1" noAdjustHandles="1" noChangeArrowheads="1" noChangeShapeType="1"/>
          </p:cNvSpPr>
          <p:nvPr>
            <p:ph type="subTitle" idx="4294967295"/>
          </p:nvPr>
        </p:nvSpPr>
        <p:spPr>
          <a:xfrm>
            <a:off x="1285874" y="1263182"/>
            <a:ext cx="10067925" cy="360000"/>
          </a:xfrm>
        </p:spPr>
        <p:txBody>
          <a:bodyPr>
            <a:normAutofit/>
          </a:bodyPr>
          <a:lstStyle/>
          <a:p>
            <a:r>
              <a:rPr lang="fr-FR" dirty="0"/>
              <a:t>Polices, couleurs, logos</a:t>
            </a:r>
          </a:p>
        </p:txBody>
      </p:sp>
      <p:sp>
        <p:nvSpPr>
          <p:cNvPr id="4" name="Espace réservé du contenu 3">
            <a:extLst>
              <a:ext uri="{FF2B5EF4-FFF2-40B4-BE49-F238E27FC236}">
                <a16:creationId xmlns:a16="http://schemas.microsoft.com/office/drawing/2014/main" id="{A2AC4BC6-4B3F-34AF-FCB2-E42448777138}"/>
              </a:ext>
            </a:extLst>
          </p:cNvPr>
          <p:cNvSpPr>
            <a:spLocks noGrp="1" noRot="1" noMove="1" noResize="1" noEditPoints="1" noAdjustHandles="1" noChangeArrowheads="1" noChangeShapeType="1"/>
          </p:cNvSpPr>
          <p:nvPr>
            <p:ph idx="1"/>
          </p:nvPr>
        </p:nvSpPr>
        <p:spPr/>
        <p:txBody>
          <a:bodyPr/>
          <a:lstStyle/>
          <a:p>
            <a:r>
              <a:rPr lang="fr-FR" dirty="0"/>
              <a:t>Polices :</a:t>
            </a:r>
          </a:p>
          <a:p>
            <a:endParaRPr lang="fr-FR" dirty="0"/>
          </a:p>
          <a:p>
            <a:r>
              <a:rPr lang="fr-FR" dirty="0"/>
              <a:t>Contenu : Montserrat</a:t>
            </a:r>
          </a:p>
          <a:p>
            <a:r>
              <a:rPr lang="fr-FR" dirty="0"/>
              <a:t>Titre : </a:t>
            </a:r>
            <a:r>
              <a:rPr lang="fr-FR" dirty="0">
                <a:latin typeface="Montserrat Bold" pitchFamily="2" charset="0"/>
              </a:rPr>
              <a:t>Montserrat Bold</a:t>
            </a:r>
          </a:p>
          <a:p>
            <a:r>
              <a:rPr lang="fr-FR" dirty="0"/>
              <a:t>Sous-titre : </a:t>
            </a:r>
            <a:r>
              <a:rPr lang="fr-FR" dirty="0">
                <a:latin typeface="Montserrat italic" pitchFamily="2" charset="0"/>
              </a:rPr>
              <a:t>Montserrat Italic</a:t>
            </a:r>
          </a:p>
        </p:txBody>
      </p:sp>
      <p:sp>
        <p:nvSpPr>
          <p:cNvPr id="5" name="Espace réservé du contenu 4">
            <a:extLst>
              <a:ext uri="{FF2B5EF4-FFF2-40B4-BE49-F238E27FC236}">
                <a16:creationId xmlns:a16="http://schemas.microsoft.com/office/drawing/2014/main" id="{C09FBB93-397A-CAC5-3763-5CD516CDDA6D}"/>
              </a:ext>
            </a:extLst>
          </p:cNvPr>
          <p:cNvSpPr>
            <a:spLocks noGrp="1" noRot="1" noMove="1" noResize="1" noEditPoints="1" noAdjustHandles="1" noChangeArrowheads="1" noChangeShapeType="1"/>
          </p:cNvSpPr>
          <p:nvPr>
            <p:ph idx="14"/>
          </p:nvPr>
        </p:nvSpPr>
        <p:spPr/>
        <p:txBody>
          <a:bodyPr/>
          <a:lstStyle/>
          <a:p>
            <a:r>
              <a:rPr lang="fr-FR" dirty="0"/>
              <a:t>Couleurs :</a:t>
            </a:r>
          </a:p>
          <a:p>
            <a:endParaRPr lang="fr-FR" dirty="0"/>
          </a:p>
          <a:p>
            <a:r>
              <a:rPr lang="fr-FR" dirty="0"/>
              <a:t>Ecriture : #261E48</a:t>
            </a:r>
          </a:p>
          <a:p>
            <a:r>
              <a:rPr lang="fr-FR" dirty="0"/>
              <a:t>Fond diapo : #E4E6F3</a:t>
            </a:r>
          </a:p>
          <a:p>
            <a:r>
              <a:rPr lang="fr-FR" dirty="0"/>
              <a:t>Fond rectangle : #A1A6D4</a:t>
            </a:r>
          </a:p>
        </p:txBody>
      </p:sp>
      <p:sp>
        <p:nvSpPr>
          <p:cNvPr id="6" name="Espace réservé du contenu 5">
            <a:extLst>
              <a:ext uri="{FF2B5EF4-FFF2-40B4-BE49-F238E27FC236}">
                <a16:creationId xmlns:a16="http://schemas.microsoft.com/office/drawing/2014/main" id="{518A9A03-EDE1-BA3A-51E1-66CDF9545245}"/>
              </a:ext>
            </a:extLst>
          </p:cNvPr>
          <p:cNvSpPr>
            <a:spLocks noGrp="1" noRot="1" noMove="1" noResize="1" noEditPoints="1" noAdjustHandles="1" noChangeArrowheads="1" noChangeShapeType="1"/>
          </p:cNvSpPr>
          <p:nvPr>
            <p:ph idx="15"/>
          </p:nvPr>
        </p:nvSpPr>
        <p:spPr/>
        <p:txBody>
          <a:bodyPr/>
          <a:lstStyle/>
          <a:p>
            <a:r>
              <a:rPr lang="fr-FR" dirty="0"/>
              <a:t>Logos :</a:t>
            </a:r>
          </a:p>
          <a:p>
            <a:endParaRPr lang="fr-FR" dirty="0"/>
          </a:p>
          <a:p>
            <a:endParaRPr lang="fr-FR" dirty="0"/>
          </a:p>
        </p:txBody>
      </p:sp>
      <p:sp>
        <p:nvSpPr>
          <p:cNvPr id="8" name="Freeform 13">
            <a:extLst>
              <a:ext uri="{FF2B5EF4-FFF2-40B4-BE49-F238E27FC236}">
                <a16:creationId xmlns:a16="http://schemas.microsoft.com/office/drawing/2014/main" id="{C63E565F-A37A-2A0A-22BC-61E5AA5BDC3B}"/>
              </a:ext>
            </a:extLst>
          </p:cNvPr>
          <p:cNvSpPr>
            <a:spLocks noGrp="1" noRot="1" noMove="1" noResize="1" noEditPoints="1" noAdjustHandles="1" noChangeArrowheads="1" noChangeShapeType="1"/>
          </p:cNvSpPr>
          <p:nvPr/>
        </p:nvSpPr>
        <p:spPr>
          <a:xfrm>
            <a:off x="8311896" y="2987039"/>
            <a:ext cx="1138023" cy="652175"/>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3"/>
            <a:stretch>
              <a:fillRect l="-107" r="-107"/>
            </a:stretch>
          </a:blipFill>
        </p:spPr>
        <p:txBody>
          <a:bodyPr/>
          <a:lstStyle/>
          <a:p>
            <a:endParaRPr lang="fr-FR"/>
          </a:p>
        </p:txBody>
      </p:sp>
      <p:sp>
        <p:nvSpPr>
          <p:cNvPr id="10" name="Freeform 3">
            <a:extLst>
              <a:ext uri="{FF2B5EF4-FFF2-40B4-BE49-F238E27FC236}">
                <a16:creationId xmlns:a16="http://schemas.microsoft.com/office/drawing/2014/main" id="{C5408919-93DE-A952-C1A9-9C6B26C84F20}"/>
              </a:ext>
            </a:extLst>
          </p:cNvPr>
          <p:cNvSpPr>
            <a:spLocks noGrp="1" noRot="1" noMove="1" noResize="1" noEditPoints="1" noAdjustHandles="1" noChangeArrowheads="1" noChangeShapeType="1"/>
          </p:cNvSpPr>
          <p:nvPr/>
        </p:nvSpPr>
        <p:spPr>
          <a:xfrm>
            <a:off x="8311896" y="4161420"/>
            <a:ext cx="1138023" cy="652175"/>
          </a:xfrm>
          <a:custGeom>
            <a:avLst/>
            <a:gdLst/>
            <a:ahLst/>
            <a:cxnLst/>
            <a:rect l="l" t="t" r="r" b="b"/>
            <a:pathLst>
              <a:path w="1872148" h="1074103">
                <a:moveTo>
                  <a:pt x="0" y="0"/>
                </a:moveTo>
                <a:lnTo>
                  <a:pt x="1872148" y="0"/>
                </a:lnTo>
                <a:lnTo>
                  <a:pt x="1872148" y="1074103"/>
                </a:lnTo>
                <a:lnTo>
                  <a:pt x="0" y="1074103"/>
                </a:lnTo>
                <a:lnTo>
                  <a:pt x="0" y="0"/>
                </a:lnTo>
                <a:close/>
              </a:path>
            </a:pathLst>
          </a:custGeom>
          <a:blipFill>
            <a:blip r:embed="rId4"/>
            <a:stretch>
              <a:fillRect/>
            </a:stretch>
          </a:blipFill>
        </p:spPr>
        <p:txBody>
          <a:bodyPr/>
          <a:lstStyle/>
          <a:p>
            <a:endParaRPr lang="fr-FR"/>
          </a:p>
        </p:txBody>
      </p:sp>
      <p:pic>
        <p:nvPicPr>
          <p:cNvPr id="13" name="Graphique 12">
            <a:extLst>
              <a:ext uri="{FF2B5EF4-FFF2-40B4-BE49-F238E27FC236}">
                <a16:creationId xmlns:a16="http://schemas.microsoft.com/office/drawing/2014/main" id="{18C0B1A5-9749-0D6F-79FF-82D1E5F6906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10014214" y="3041091"/>
            <a:ext cx="1137600" cy="544070"/>
          </a:xfrm>
          <a:prstGeom prst="rect">
            <a:avLst/>
          </a:prstGeom>
        </p:spPr>
      </p:pic>
      <p:pic>
        <p:nvPicPr>
          <p:cNvPr id="15" name="Graphique 14">
            <a:extLst>
              <a:ext uri="{FF2B5EF4-FFF2-40B4-BE49-F238E27FC236}">
                <a16:creationId xmlns:a16="http://schemas.microsoft.com/office/drawing/2014/main" id="{6BB7E6D6-2063-03B7-AE93-D65A109B181E}"/>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10014214" y="4213010"/>
            <a:ext cx="1137600" cy="544070"/>
          </a:xfrm>
          <a:prstGeom prst="rect">
            <a:avLst/>
          </a:prstGeom>
        </p:spPr>
      </p:pic>
      <p:sp>
        <p:nvSpPr>
          <p:cNvPr id="16" name="Espace réservé du numéro de diapositive 15">
            <a:extLst>
              <a:ext uri="{FF2B5EF4-FFF2-40B4-BE49-F238E27FC236}">
                <a16:creationId xmlns:a16="http://schemas.microsoft.com/office/drawing/2014/main" id="{22B78487-DAF8-2C4A-8F74-9B7C2E5AC62F}"/>
              </a:ext>
            </a:extLst>
          </p:cNvPr>
          <p:cNvSpPr>
            <a:spLocks noGrp="1" noRot="1" noMove="1" noResize="1" noEditPoints="1" noAdjustHandles="1" noChangeArrowheads="1" noChangeShapeType="1"/>
          </p:cNvSpPr>
          <p:nvPr>
            <p:ph type="sldNum" sz="quarter" idx="12"/>
          </p:nvPr>
        </p:nvSpPr>
        <p:spPr/>
        <p:txBody>
          <a:bodyPr/>
          <a:lstStyle/>
          <a:p>
            <a:fld id="{7AE2D55B-A4E3-4C84-95F3-069B4A0B514D}" type="slidenum">
              <a:rPr lang="fr-FR" smtClean="0"/>
              <a:t>9</a:t>
            </a:fld>
            <a:endParaRPr lang="fr-FR"/>
          </a:p>
        </p:txBody>
      </p:sp>
    </p:spTree>
    <p:extLst>
      <p:ext uri="{BB962C8B-B14F-4D97-AF65-F5344CB8AC3E}">
        <p14:creationId xmlns:p14="http://schemas.microsoft.com/office/powerpoint/2010/main" val="381643562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ersonnalisé 1">
      <a:majorFont>
        <a:latin typeface="Montserrat 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_PPTX_2627_WORKSHOP_COACH.potx" id="{EF694608-99E1-4D09-9662-2A0800E7CE8F}" vid="{D08B27D8-ECAF-4804-8DB5-6603BDEEF1F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3F0084B24AA74087E0D5FB9F267B1F" ma:contentTypeVersion="16" ma:contentTypeDescription="Crée un document." ma:contentTypeScope="" ma:versionID="2ac75a28b3010b5a27d92b95b97488e5">
  <xsd:schema xmlns:xsd="http://www.w3.org/2001/XMLSchema" xmlns:xs="http://www.w3.org/2001/XMLSchema" xmlns:p="http://schemas.microsoft.com/office/2006/metadata/properties" xmlns:ns2="40db4c2f-5dfe-4423-b7fa-968caa59f9fe" xmlns:ns3="94eab51b-fcae-4bce-a35e-bdc099b66db8" targetNamespace="http://schemas.microsoft.com/office/2006/metadata/properties" ma:root="true" ma:fieldsID="d2a5da541a69ca39a5d72e2beeae0901" ns2:_="" ns3:_="">
    <xsd:import namespace="40db4c2f-5dfe-4423-b7fa-968caa59f9fe"/>
    <xsd:import namespace="94eab51b-fcae-4bce-a35e-bdc099b66db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db4c2f-5dfe-4423-b7fa-968caa59f9fe"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16" nillable="true" ma:displayName="Taxonomy Catch All Column" ma:hidden="true" ma:list="{daaea374-6cc6-4ade-87c3-604972e7ecff}" ma:internalName="TaxCatchAll" ma:showField="CatchAllData" ma:web="40db4c2f-5dfe-4423-b7fa-968caa59f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eab51b-fcae-4bce-a35e-bdc099b66db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73ec7504-3861-4c39-9b6d-002a7ae0acd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0db4c2f-5dfe-4423-b7fa-968caa59f9fe" xsi:nil="true"/>
    <lcf76f155ced4ddcb4097134ff3c332f xmlns="94eab51b-fcae-4bce-a35e-bdc099b66db8">
      <Terms xmlns="http://schemas.microsoft.com/office/infopath/2007/PartnerControls"/>
    </lcf76f155ced4ddcb4097134ff3c332f>
    <SharedWithUsers xmlns="40db4c2f-5dfe-4423-b7fa-968caa59f9fe">
      <UserInfo>
        <DisplayName/>
        <AccountId xsi:nil="true"/>
        <AccountType/>
      </UserInfo>
    </SharedWithUsers>
  </documentManagement>
</p:properties>
</file>

<file path=customXml/itemProps1.xml><?xml version="1.0" encoding="utf-8"?>
<ds:datastoreItem xmlns:ds="http://schemas.openxmlformats.org/officeDocument/2006/customXml" ds:itemID="{9837D655-62B0-4CEB-91FB-A72FEBF8F165}">
  <ds:schemaRefs>
    <ds:schemaRef ds:uri="http://schemas.microsoft.com/sharepoint/v3/contenttype/forms"/>
  </ds:schemaRefs>
</ds:datastoreItem>
</file>

<file path=customXml/itemProps2.xml><?xml version="1.0" encoding="utf-8"?>
<ds:datastoreItem xmlns:ds="http://schemas.openxmlformats.org/officeDocument/2006/customXml" ds:itemID="{00334F52-FB19-49F1-94B9-DE8F4775F4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db4c2f-5dfe-4423-b7fa-968caa59f9fe"/>
    <ds:schemaRef ds:uri="94eab51b-fcae-4bce-a35e-bdc099b66d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1C66B1F-ADA7-498F-9326-33CCE7A44AD1}">
  <ds:schemaRefs>
    <ds:schemaRef ds:uri="http://schemas.microsoft.com/office/infopath/2007/PartnerControls"/>
    <ds:schemaRef ds:uri="http://purl.org/dc/elements/1.1/"/>
    <ds:schemaRef ds:uri="http://purl.org/dc/dcmitype/"/>
    <ds:schemaRef ds:uri="40db4c2f-5dfe-4423-b7fa-968caa59f9fe"/>
    <ds:schemaRef ds:uri="http://schemas.openxmlformats.org/package/2006/metadata/core-properties"/>
    <ds:schemaRef ds:uri="http://schemas.microsoft.com/office/2006/documentManagement/types"/>
    <ds:schemaRef ds:uri="http://purl.org/dc/terms/"/>
    <ds:schemaRef ds:uri="94eab51b-fcae-4bce-a35e-bdc099b66db8"/>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MODELE_PPTX_2627_WORKSHOP_COACH 1</Template>
  <TotalTime>288</TotalTime>
  <Words>1339</Words>
  <Application>Microsoft Office PowerPoint</Application>
  <PresentationFormat>Grand écran</PresentationFormat>
  <Paragraphs>131</Paragraphs>
  <Slides>9</Slides>
  <Notes>8</Notes>
  <HiddenSlides>1</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9</vt:i4>
      </vt:variant>
    </vt:vector>
  </HeadingPairs>
  <TitlesOfParts>
    <vt:vector size="17" baseType="lpstr">
      <vt:lpstr>Aptos</vt:lpstr>
      <vt:lpstr>Arial</vt:lpstr>
      <vt:lpstr>Monsterra</vt:lpstr>
      <vt:lpstr>Montserrat</vt:lpstr>
      <vt:lpstr>Montserrat Bold</vt:lpstr>
      <vt:lpstr>Montserrat italic</vt:lpstr>
      <vt:lpstr>Wingdings</vt:lpstr>
      <vt:lpstr>Thème Office</vt:lpstr>
      <vt:lpstr>WORKSHOP M2 2026</vt:lpstr>
      <vt:lpstr>WORKSHOP M2 2026</vt:lpstr>
      <vt:lpstr>Le défi en un coup d'œil</vt:lpstr>
      <vt:lpstr>Techniquement</vt:lpstr>
      <vt:lpstr>Planning</vt:lpstr>
      <vt:lpstr>Livrables attendus</vt:lpstr>
      <vt:lpstr>Les évaluations</vt:lpstr>
      <vt:lpstr>A VOUS DE JOUER !</vt:lpstr>
      <vt:lpstr>Charte graphique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Julien COMBLEZ</dc:creator>
  <cp:lastModifiedBy>Julien COMBLEZ</cp:lastModifiedBy>
  <cp:revision>3</cp:revision>
  <dcterms:created xsi:type="dcterms:W3CDTF">2026-10-13T07:46:09Z</dcterms:created>
  <dcterms:modified xsi:type="dcterms:W3CDTF">2026-10-15T08:26:36Z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0x010100D13F0084B24AA74087E0D5FB9F267B1F</vt:lpwstr>
  </property>
  <property fmtid="{D5CDD505-2E9C-101B-9397-08002B2CF9AE}" pid="3" name="MediaServiceImageTags">
    <vt:lpwstr/>
  </property>
  <property fmtid="{D5CDD505-2E9C-101B-9397-08002B2CF9AE}" pid="4" name="Order">
    <vt:r8>142000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